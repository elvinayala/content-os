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ABRIR EL DECK (2 min): pregúntale qué tipo de proyectos hace más (baños, cocinas, pisos, poda…), en qué zonas y desde cuándo tiene el registro DACO. Que hable él.
Frase de apertura: "Esto no es una entrevista de empleo ni un directorio donde te apuntas. Te voy a enseñar cómo Resuelto vende proyectos y por qué necesitamos contratistas que los ejecuten bien. Al final decidimos los dos."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 las reglas del juego: "Te voy a hacer 5 preguntas, después te enseño cómo funciona con tus números, y al final te voy a preguntar si quieres empezar. Si la respuesta es no, está perfecto." Esto baja la guardia y te da permiso para cerrar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SLIDE MÁS IMPORTANTE. Pregunta, cállate y ANOTA: cotizaciones/mes, % de cierre, horas por cotización perdida, dinero gastado en leads, y sobre todo la última pregunta (capacidad). Esos números vuelven en los slides 8 y 9.
Si pregunta "¿cuánto cobran ustedes?": "Te lo enseño en 3 minutos con un proyecto real. Primero necesito entender cómo vendes hoy."
Buen candidato: DACO vigente, fotos de trabajos terminados, habla de acabados y tiempos con precisión, tiene cuadrilla o gente de confianza, no culpa a todos los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Devuélvele sus números: "Tú me dijiste que cotizas X al mes y cierras Y. Eso son Z horas al mes regaladas. Y encima pagas por leads que le venden a tres más. El problema no es tu trabajo; es que estás pagando por vender, y vender no es lo tuyo."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subes la visión: "El problema del contratista bueno en PR no es la falta de casas por remodelar: hay 650 mil casas de más de 45 años. El problema es que el dueño no confía y no cierra. Nosotros vendemos confianza: marca, contrato con DACO, precio fijo y garantía. Con eso el proyecto se cierra, y buscamos a los pocos que lo ejecutan bien."
Si menciona a la competencia (directorios, Facebook Marketplace): "Ellos te venden el lead y te dejan solo vendiendo. Nosotros vendemos el proyecto y te lo entregamos cerrado."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ancla: "Resuelto NO es un directorio. No te vendemos leads. Vendemos el proyecto, cobramos el depósito y te lo entregamos para ejecutar."
Repite "vendido, con depósito" al menos dos veces. Es lo que ningún directorio les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Cuéntalo como caso: "Lunes te llega: baño completo en Guaynabo, 12 partidas, empieza el 3, $9,000 para ti. Aceptas. Firmas la orden. El miércoles tienes $3,600 en la cuenta y todavía no compraste un tubo."
Pregunta de control: "¿Qué parte de esto te preocupa?"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transparente con el margen: "Nosotros ponemos nuestro margen encima de tu costo. En este baño, $3,000. Con eso pagamos al cotizador, la publicidad, el agente, la garantía y el riesgo de cobro. Tú no ves ese margen porque no lo pagas tú: lo paga el cliente por la tranquilidad de contratar una empresa con DACO, contrato y garantía."
La pregunta clave del Cost Book: "¿Cuánto necesitas recibir para ejecutar este alcance correctamente y ganar dinero?" Ese es su número; no lo negociamos hacia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Vuelve a su respuesta de capacidad: "Me dijiste que podrías ejecutar 2 al mes. Eso son $18,000 de ejecución con depósito cobrado, sin haber ido a una sola cotización."
Rampa honesta: "El primer mes suele ser 1 proyecto; estamos abriendo la demanda por categoría. Por eso entran pocos por zona."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Léelo en pares. Al final: "¿Cuál de estas te ha costado más dinero este año?" Que elija. Anótala; es su razón para 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"Estas reglas son las que hacen que el 40% te llegue antes de empezar. Cada una protege tu dinero."
Pausa en la regla 2: "Esta no tiene segunda oportunidad. ¿Estás bien con eso?" Espera el sí. Pausa en la 5: "¿Tu DACO está vigente y tienes seguro de responsabilidad?" Si no, pasa a lista de espera con los pasos para tenerlo.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primero: "¿Qué es lo que te frena?" Deja que la diga. Responde con la del slide. Fórmula para las que no están: reconoce → aclara → pregunta de vuelta.
Si pide "más porcentaje": "Tú no cobras un porcentaje; cobras tu costo completo. Lo que se discute es tu número, y ese lo pones tú en la sesión de costos."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Escasez real: "En baños en Metro hay X cupos" (número real). "Si entra otro antes, la próxima apertura en tu categoría es cuando la demanda crezca, 60–90 días."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"Del sí al primer proyecto pasan unos 10 días. La sesión de costos es la clave: ahí pones tus números y de ahí salen los precios que vendemos."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Haz la pregunta y CÁLLATE.
Sí → "Perfecto. Te llega el DocuSign al WhatsApp ahora; lo firmas mientras hablamos, y agendamos la sesión de costos: ¿miércoles o jueves?"
"Lo tengo que pensar" → "¿Qué quieres pensar: el modelo de pago, el alcance cerrado o las reglas?" Resuelve esa. Luego fecha exacta en 48 h. Nunca "te llamo".
No → agradece, pide 2 nombres de contratistas serios ($150 por cada uno que entre) y lista de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la llamada, en 5 minutos: manda por WhatsApp (1) el DocuSign o la fecha de seguimiento, (2) el resumen del trato en 3 líneas, (3) el nombre y número de la persona que lo va a acompañar en su primer trabajo/proyecto. Registra el resultado en el agente (candidato → entrevistado / firmado / lista de espera).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2011680"/>
            <a:ext cx="5029200" cy="5029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639166"/>
            <a:ext cx="321869" cy="3218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" y="49377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vendemos el proyecto.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lo ejecutas.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con: Contratista con registro DACO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de 20 minutos · Tu decisión al final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Home Services LLC · resueltopr.com/contratistas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 esta conversación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Conocerte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 tuyos. Cómo trabajas hoy, qué te sobra y qué te falta.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Cómo funciona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 míos. Qué hacemos nosotros, qué haces tú y cómo se paga.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802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Decidir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minutos juntos. Si hay fit, arrancamos. Si no, quedamos bien.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hablo 8 minutos. Tú hablas 12. Al final decidimos los dos.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CONOCERTE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Cuéntame cómo trabajas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cotizaciones haces al mes y cuántas cierras?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39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horas te toma una visita + cotización que no cierra?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609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llevas invertido este año en anuncios, páginas o leads que no dieron nada?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826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fue el proyecto que más te dolió cobrar? ¿Cuánto tardó?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044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próximo mes te llegaran 2 proyectos vendidos y con depósito, ¿los podrías ejecutar?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2377440" cy="3017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690" y="1771650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3796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Anoto tus números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26060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/ mes y % de cierre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cotización perdida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gastado en leads y anuncios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proyectos / mes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hablas tú. Yo escucho y anoto.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gratis es tu trabajo más caro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3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de remodelación no cierran. Fuiste, mediste, hiciste números… gratis.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h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no pagado por cada proyecto que 'lo va a pensar'.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$300–800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 en directorios y anuncios, y el lead lo recibe también tu competencia.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del oficio en PR. Tus números pueden ser mejores; el problema es el mismo.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casas están viejas y nadie vende la remodelación bien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en Puerto Rico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construidas antes de 1980: baños, cocinas y pisos por renovar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de remodelación no cierran por desconfianza, no por precio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en PR vendiendo remodelación con precio fijo, contrato y garantía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quiere remodelar y no lo hace por miedo: al contratista que no vuelve, al precio que cambia, al trabajo sin garantía. Resuelto le quita ese miedo con marca, contrato y DACO. Cuando el miedo desaparece, el proyecto se cierra. Y ese proyecto lo ejecutas tú.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Censo 2020 (viviendas por año de construcción), DACO, experiencia de campo.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CÓMO FUNCIONA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vendemos el proyecto. Tú lo ejecutas.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Conseguimos al cliente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anuncios y agente 24/7 pagados por Resuelto. Cero cuotas para ti.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5887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3192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Cotizamos nosotros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93192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cotizador de Resuelto visita, mide y presenta el precio con nuestro Cost Book. Tú no vas a cotizar.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15887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6656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Cerramos y cobramos el depósito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76656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 el cliente, 40% cobrado antes de que tú muevas un dedo.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2804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cerrado por escrito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Partidas, cantidades, acabados y fecha. Lo que no está en el alcance, se cotiza aparte y el cliente lo aprueba.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570" y="32804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93192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pagamos por hitos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93192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al arrancar · 50% al avance con fotos · 10% a la aceptación.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210" y="328041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6656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y reclamos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76656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responde ante el cliente. Tú respondes por tu ejecución, con reglas claras.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hoy haces gratis, lo hacemos nosotros. Tú haces lo que cobra.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CÓMO FUNCIONA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es un proyecto con Resuelto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a la app un proyecto CERRADO: alcance, fotos, fecha y cuánto recibes tú.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2743200"/>
            <a:ext cx="146304" cy="1463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21408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04288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042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hasta 4 horas. El primero que acepta en la zona y categoría se lo lleva.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743200"/>
            <a:ext cx="146304" cy="146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85616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68496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9684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968496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968496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trabajo por DocuSign con el alcance exacto. 40% a tu cuenta al arrancar.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743200"/>
            <a:ext cx="146304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49824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32704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6327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632704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632704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avance en la app. El Coordinador aprueba y sale el 50%.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743200"/>
            <a:ext cx="146304" cy="14630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114032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96912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2969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296912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Aceptación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296912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 el cliente, firma en la app y el 10% final a los 15 días sin reclamo.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que acepta en zona y categoría se lleva el proyecto. Si nadie acepta en 4 horas, el Coordinador lo asigna a mano.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trato, sin letra chiquita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pago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ejecución que TÚ dices que necesitas para hacerlo bien y ganar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665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al cliente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066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fija Resuelto con el Cost Book (tu costo + nuestro margen)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670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al arrancar · 50% al avance con fotos · 10% a la aceptación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2735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10% final se libera 15 días después de la aceptación sin reclamo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79976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77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Cuotas, leads, publicidad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8770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 Nunca pagas por entrar ni por recibir proyectos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8243A"/>
          </a:solidFill>
          <a:ln w="9525">
            <a:solidFill>
              <a:srgbClr val="0824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BAÑO COMPLETO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costo de ejecución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que cierra Resuelto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arrancar (40%)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$3,600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avance (50%)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Cost Book. Tu costo lo fijas tú en la sesión de costos; el precio al cliente lo fija Resuelto.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mes con Resuelto (estimado)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160520"/>
            <a:ext cx="5303520" cy="18288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398520"/>
            <a:ext cx="1188720" cy="762000"/>
          </a:xfrm>
          <a:prstGeom prst="roundRect">
            <a:avLst>
              <a:gd name="adj" fmla="val 9600"/>
            </a:avLst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941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proyecto/mes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636520"/>
            <a:ext cx="1188720" cy="1524000"/>
          </a:xfrm>
          <a:prstGeom prst="roundRect">
            <a:avLst>
              <a:gd name="adj" fmla="val 6154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2179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proyectos/mes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874520"/>
            <a:ext cx="1188720" cy="2286000"/>
          </a:xfrm>
          <a:prstGeom prst="roundRect">
            <a:avLst>
              <a:gd name="adj" fmla="val 6154"/>
            </a:avLst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proyectos/mes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725930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2636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tus números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560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me dijiste que cotizas ___ al mes y cierras ___.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Resuelto, cada uno que te llega ya está vendido y con depósito.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baños de ~$9,000 de ejecución. Los proyectos varían ($3,000 a $40,000). Depende de la demanda de tu categoría y zona; no es una promesa.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solo · Con Resuelto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41732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08243A"/>
          </a:solidFill>
          <a:ln w="9525">
            <a:solidFill>
              <a:srgbClr val="0824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SOLO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RESUELTO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0824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Cotizas gratis 2 de cada 3 veces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2082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 proyectos ya vendidos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por leads que también le venden a otros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4144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12080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cuotas, cero leads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207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Discutes precio y alcance con el cliente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6207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1208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precio cerrados por escrito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8269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05840" y="3227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Arrancas con tu dinero y cobras al final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282696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212080" y="3227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en tu cuenta antes de empezar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703320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005840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reclamo y la garantía te caen a ti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70332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212080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pone la cara; tú ejecutas</a:t>
            </a:r>
            <a:endParaRPr lang="en-US" sz="12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123944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00584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 trabajo si eres el más barato</a:t>
            </a:r>
            <a:endParaRPr lang="en-US" sz="12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12394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521208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 trabajo si eres el mejor de tu zona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las de la izquierda es la que más te pesa hoy?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reglas que protegen tu dinero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es de Resuelto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1371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 personal, sin número, sin 'la próxima me llamas directo'. Es lo que sostiene tu pago y tu garantía.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rgbClr val="B94A24"/>
          </a:solidFill>
          <a:ln w="12700">
            <a:solidFill>
              <a:srgbClr val="B94A2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442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cobras al cliente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023360" y="20299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pago va a Resuelto. Cobrar directo o vender por fuera termina el acuerdo ese día.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688336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263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688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Ejecutas el alcance firmado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023360" y="26883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fuera del alcance sin aprobación en la app. Los extras se cotizan y el cliente los aprueba antes.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100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3467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y aceptación firmada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023360" y="33467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fotos no sale el 50%. Sin aceptación no sale el 10%. Es tu protección y la nuestra.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93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4005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DACO, seguro y garantía 12 meses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023360" y="40050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Corriges defectos de mano de obra en 10 días hábiles. Si no respondes, lo hace otro Verified y se descuenta.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2 no tiene segunda oportunidad. Las demás bajan tu prioridad en la app.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SEGURO ESTÁS PENSANDO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que nos hacen todos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4193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precio que ustedes cierran es bajo?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sale de TU costo: te preguntamos cuánto necesitas para ejecutar bien y ganar. Nosotros ponemos el margen encima. Nunca te pedimos bajar tu número.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459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74193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cliente quiere cambios a mitad?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cotiza en la app como extra, el cliente lo aprueba y se te paga. Lo que no está aprobado, no se ejecuta. Se acabó el 'ya que estás aquí'.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34213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tardan en pagarme?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40% sale cuando el cliente depositó, antes de arrancar. El 50% al aprobar tus fotos. Resuelto nunca te adelanta menos de lo que el cliente ya pagó.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34213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mis proyectos propios?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tuyos. Sin exclusividad. Solo pedimos que lo de Resuelto se quede en Resuelto y que cumplas las fechas que aceptaste.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tienes otra, dímela ahora. Prefiero un no claro hoy que un sí a medias la semana que viene.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VERIFIED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fundadores entran distinto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 por categoría y zona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Verified por categoría en cada territorio. El que entra se queda con su zona y con prioridad en la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Resuelto Verified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Sello, perfil en la web y nombre en las propuestas. Sube a Preferido con 5 proyectos sin reclamos.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Referidos: $150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contratista que traigas y llegue a Verified. $100 por cada cliente que refieras y cierre proyecto.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9516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costo en el Cost Book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fundadores fijan con nosotros los costos base de su categoría. Tu número define el mercado.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abiertos hoy en tu zona: ___ (se dice el número real).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sí a tu primer proyecto: 10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498080" cy="36576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DACO vigente, seguro, 5 fotos de trabajos terminados y 2 referencias. Acuerdo marco por DocuSign.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1–3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documentos y referencias. Sesión de costos de 45 min: tus números al Cost Book.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9496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202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4–7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 la app y recibes tu zona y categorías. Primer proyecto acompañado por el Coordinador.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498080" y="1783080"/>
            <a:ext cx="502920" cy="5029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202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6656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10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activo. Alertas de proyectos cerrados en tu categoría.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curso, sin uniforme que comprar, sin cuota de entrada.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DECIDIR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algo que te impida ejecutar tu primer proyecto con nosotros este mes?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023360" cy="2148840"/>
          </a:xfrm>
          <a:prstGeom prst="roundRect">
            <a:avLst>
              <a:gd name="adj" fmla="val 5957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ahora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Firmamos el acuerdo marco hoy. Sesión de costos esta semana. Verified en 10 días.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2148840"/>
            <a:ext cx="4023360" cy="2148840"/>
          </a:xfrm>
          <a:prstGeom prst="roundRect">
            <a:avLst>
              <a:gd name="adj" fmla="val 5957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3774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14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Pensarlo 48 horas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Fijamos ahora la fecha y hora de la llamada. Tu cupo en la categoría se reserva 48 h.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por DocuSign desde el celular, en esta misma llamada.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2628" cy="452628"/>
          </a:xfrm>
          <a:prstGeom prst="roundRect">
            <a:avLst>
              <a:gd name="adj" fmla="val 21818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13" y="630113"/>
            <a:ext cx="289682" cy="289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00023" y="499262"/>
            <a:ext cx="2468880" cy="55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casa, resuelta.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tu tiempo. Lo que acordamos hoy te llega por WhatsApp en los próximos 5 minutos.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3378708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 Resuelto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___-___-____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" y="3835908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01752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resueltopr.com/contratistas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" y="4293108"/>
            <a:ext cx="173736" cy="1737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301752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hola@resueltopr.com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Home Services LLC · Puerto Rico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Resuelto · Conversación con Contratista con registro DACO</dc:title>
  <dc:subject>PptxGenJS Presentation</dc:subject>
  <dc:creator>Resuelto Home Services LLC</dc:creator>
  <cp:lastModifiedBy>Resuelto Home Services LLC</cp:lastModifiedBy>
  <cp:revision>1</cp:revision>
  <dcterms:created xsi:type="dcterms:W3CDTF">2026-09-14T04:09:07Z</dcterms:created>
  <dcterms:modified xsi:type="dcterms:W3CDTF">2026-09-14T04:09:07Z</dcterms:modified>
</cp:coreProperties>
</file>