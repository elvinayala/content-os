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ABRIR EL DECK (2 min): saluda por su nombre, pregúntale de dónde es y cuántos años lleva en el oficio. Que hable él primero. Postura: no estamos "ofreciendo trabajo"; estamos eligiendo con quién arrancar. Tono tranquilo, de par a par.
Frase de apertura: "Gracias por sacar el tiempo. Esto es una conversación, no una entrevista de empleo: yo te cuento cómo funciona, tú me cuentas cómo trabajas, y al final decidimos los dos si tiene sentido. ¿Te parece?"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 las reglas del juego: "Te voy a hacer 5 preguntas, después te enseño cómo funciona con tus números, y al final te voy a preguntar si quieres empezar. Si la respuesta es no, está perfecto." Esto baja la guardia y te da permiso para cerrar al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SLIDE MÁS IMPORTANTE. Pregunta, cállate y ANOTA LOS NÚMEROS que te dé (trabajos/semana, horas perdidas, cotizaciones caídas, dinero que le deben). Los vas a usar en los slides 8 y 9 con SUS números, no con los nuestros.
No vendas nada aquí. Si empieza a preguntar "¿y cuánto pagan?", responde: "Llego ahí en 3 minutos, y te lo voy a enseñar con tus propios números. Primero necesito entender cómo trabajas."
Señales de buen candidato: habla de sus clientes con respeto, se queja del cobro y del tiempo perdido (no del precio), tiene vehículo y herramientas, llegó puntual a esta llamada.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 con lo que te acaba de decir: "Tú me dijiste que pierdes X horas y que te deben $Y. Eso no es un problema tuyo, es el problema de TODOS los plomeros independientes de la isla. El oficio lo dominas; lo que te come es el negocio alrededor del oficio."
No exageres los números. Si sus números son mejores que estos, dilo: "Tú estás mejor que el promedio, y aun así estás perdiendo X horas."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subes la visión: "Esto no es un lado extra. En 3 años, la mitad de los plomeros de hoy se retiran y las casas siguen ahí. Nosotros estamos construyendo la marca que va a atender ese mercado, y buscamos a los que van a estar en el camión."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 los 6 rápido (15 segundos cada uno). La frase ancla: "Todo lo que hoy haces gratis, lo hacemos nosotros. Tú solo haces lo que cobra."
Anticipa la duda: "Sí, tomamos una parte. Ahora te enseño exactamente cuánto y por qué te conviene igual."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Cuéntalo como un día real: "Martes, 7:40 AM, te suena el celular: destape en Guaynabo, ventana 10–12, $97 para ti. Le das aceptar. Llegas, resuelves, fotos, te vas. Viernes cae el dinero." Simple. Sin drama.
Pregunta de control: "¿Ves algo de esto que no encaje con cómo trabajas hoy?"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 el 35% de frente, sin pedir perdón: "De la mano de obra, 35% es de Resuelto. Con eso pagamos la publicidad, el agente que atiende 24/7, la garantía, el cobro y la app. Tú hoy pagas eso con tu tiempo; nosotros lo pagamos con dinero."
Si compara con lo que cobra solo: "Correcto, un destape tú lo cobras $150 completo. La pregunta no es cuánto ganas por trabajo, es cuántos trabajos haces por semana y cuánto tardas en cobrarlos." → pasa al slide siguiente.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 SUS números: "Tú me dijiste que haces X trabajos a la semana. Con Resuelto, 2 al día son 10 a la semana: ~$1,950 en tu cuenta el viernes, sin haber buscado uno solo."
Sé honesto con la rampa: "Las primeras 2–3 semanas van a ser menos mientras la zona arranca. Por eso empezamos con pocos plomeros por territorio: para que a los que entren no les falte trabajo."
Nunca digas "garantizado". Di "estimado" y "depende de la demanda".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Léelo en pares, izquierda → derecha. Al terminar: "¿Cuál de estas es la que más te pesa hoy?" Que elija una. Esa es la razón por la que va a firmar; anótala.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Preséntalas como protección, no como castigo: "Estas 5 reglas son las que hacen que el viernes te paguemos sin excusas. Cada una protege tu dinero."
Pausa después de la regla 2 y mira a la cámara: "Esta es la única que no tiene segunda oportunidad. ¿Estás bien con eso?" Espera el sí.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ANTES de mostrarlas: "¿Qué es lo que te frena?" Deja que la diga él. Luego responde con la del slide. Si dice una que no está aquí, la fórmula: reconoce ("tiene sentido que te preocupe") → aclara → pregunta de vuelta ("¿eso te resuelve la duda?").
No discutas el 65/35 en la entrevista. Si insiste: "El reparto es igual para todos los fundadores; lo que sí se revisa a los 90 días con datos es cuánto trabajo te llega."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Escasez real, no inventada: "Hoy hay X cupos abiertos en tu zona" (di el número real). "No te digo esto para presionarte; te lo digo porque si entra otro antes, la próxima apertura en tu zona es en 60–90 días."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"Del sí a tu primer pago pasan 10 días. No hay curso, no hay uniforme que comprar, no hay cuota."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Haz la pregunta y CÁLLATE. Aguanta el silencio, aunque duela.
Si dice que sí → "Perfecto. Te llega el DocuSign ahora mismo a tu WhatsApp; lo firmas mientras seguimos en la llamada." No cuelgues sin la firma o sin la fecha de seguimiento.
Si dice "lo tengo que pensar" → "Claro. ¿Qué es lo que quieres pensar: el reparto, la zona o el tiempo?" Resuelve esa. Luego: "Te reservo el cupo 48 horas. ¿Jueves a las 10 o a las 4?" Nunca "te llamo la semana que viene".
Si dice que no → agradece, pídele 2 nombres de plomeros que sí lo necesiten ($200 por cada uno que entre) y déjalo en lista de espera.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Después de la llamada, en 5 minutos: manda por WhatsApp (1) el DocuSign o la fecha de seguimiento, (2) el resumen del trato en 3 líneas, (3) el nombre y número de la persona que lo va a acompañar en su primer trabajo/proyecto. Registra el resultado en el agente (candidato → entrevistado / firmado / lista de espera).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2011680"/>
            <a:ext cx="5029200" cy="502920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166" y="639166"/>
            <a:ext cx="321869" cy="32186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61288" y="493776"/>
            <a:ext cx="2743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resuelto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28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 haces la plomería.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14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6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Nosotros hacemos el resto.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con: Plomero licenciado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886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Conversación de 20 minutos · Tu decisión al final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Resuelto Home Services LLC · resueltopr.com/plomeros · 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va esta conversación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0240"/>
            <a:ext cx="640080" cy="64008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0802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Conocerte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1546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minutos tuyos. Cómo trabajas hoy, qué te sobra y qué te falta.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64592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1920240"/>
            <a:ext cx="640080" cy="64008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20802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Cómo funciona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1546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minutos míos. Qué hacemos nosotros, qué haces tú y cómo se paga.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164592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0" y="1920240"/>
            <a:ext cx="640080" cy="64008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0802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080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Decidir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31546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minutos juntos. Si hay fit, arrancamos. Si no, quedamos bien.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 hablo 8 minutos. Tú hablas 12. Al final decidimos los dos.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· CONOCERTE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Cuéntame cómo trabajas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1732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trabajos haces en una semana normal? ¿Y en una buena?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411480" cy="41148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03911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horas a la semana se te van en buscar clientes, cotizar, ir a ver y cobrar?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411480" cy="41148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706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660904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cotizaciones del mes pasado, ¿cuántas no cerraron?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328416"/>
            <a:ext cx="411480" cy="41148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328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282696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dinero te deben hoy de trabajos ya hechos?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950208"/>
            <a:ext cx="411480" cy="41148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950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904488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tuvieras 10 horas libres a la semana, ¿en qué las usarías?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1417320"/>
            <a:ext cx="2377440" cy="30175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1645920"/>
            <a:ext cx="502920" cy="50292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3690" y="1771650"/>
            <a:ext cx="251460" cy="25146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537960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Anoto tus números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537960" y="260604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Trabajos / semana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que no facturas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Cotizaciones caídas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Dinero que te deben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hablas tú. Yo escucho y anoto.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roba el día no es la plomería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BF7F0"/>
          </a:solidFill>
          <a:ln w="9525">
            <a:solidFill>
              <a:srgbClr val="FBF7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26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semana de un plomero independiente se va en buscar, cotizar, ir a ver y cobrar. No se factura.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64592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BF7F0"/>
          </a:solidFill>
          <a:ln w="9525">
            <a:solidFill>
              <a:srgbClr val="FBF7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66160" y="1828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26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 3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5603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cotizaciones no cierra. Fuiste, mediste, calculaste… y nada.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FBF7F0"/>
          </a:solidFill>
          <a:ln w="9525">
            <a:solidFill>
              <a:srgbClr val="FBF7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0" y="18288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26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30–60 días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5603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tarda en llegar el dinero cuando el cliente 'te lo manda después'.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Promedios del oficio en PR. Tus números pueden ser mejores; el problema es el mismo.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AHORA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mercado se está quedando sin manos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828800" cy="2103120"/>
          </a:xfrm>
          <a:prstGeom prst="roundRect">
            <a:avLst>
              <a:gd name="adj" fmla="val 6000"/>
            </a:avLst>
          </a:prstGeom>
          <a:solidFill>
            <a:srgbClr val="0C2A42"/>
          </a:solidFill>
          <a:ln w="12700">
            <a:solidFill>
              <a:srgbClr val="0C2A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26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963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plomeros colegiados en PR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1600200"/>
            <a:ext cx="1828800" cy="2103120"/>
          </a:xfrm>
          <a:prstGeom prst="roundRect">
            <a:avLst>
              <a:gd name="adj" fmla="val 6000"/>
            </a:avLst>
          </a:prstGeom>
          <a:solidFill>
            <a:srgbClr val="0C2A42"/>
          </a:solidFill>
          <a:ln w="12700">
            <a:solidFill>
              <a:srgbClr val="0C2A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88920" y="17373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26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más de 65 años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1828800" cy="2103120"/>
          </a:xfrm>
          <a:prstGeom prst="roundRect">
            <a:avLst>
              <a:gd name="adj" fmla="val 6000"/>
            </a:avLst>
          </a:prstGeom>
          <a:solidFill>
            <a:srgbClr val="0C2A42"/>
          </a:solidFill>
          <a:ln w="12700">
            <a:solidFill>
              <a:srgbClr val="0C2A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7373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26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licencias nuevas en 2025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1600200"/>
            <a:ext cx="1828800" cy="2103120"/>
          </a:xfrm>
          <a:prstGeom prst="roundRect">
            <a:avLst>
              <a:gd name="adj" fmla="val 6000"/>
            </a:avLst>
          </a:prstGeom>
          <a:solidFill>
            <a:srgbClr val="0C2A42"/>
          </a:solidFill>
          <a:ln w="12700">
            <a:solidFill>
              <a:srgbClr val="0C2A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86600" y="17373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26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1.22M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viviendas · 54% de antes de 1980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año hay más casas viejas y menos plomeros. El que se organice primero se queda con el mercado. Resuelto está construyendo la marca que los clientes van a recordar; tú eres quien la ejecuta en tu zona.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Colegio de Plomeros de PR, Censo 2020, DACO.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· CÓMO FUNCIONA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 haces la plomería. Nosotros hacemos el resto.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02920" cy="50292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15887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Traemos los clientes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938528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Publicidad, redes y marca pagadas por nosotros. $0 de tu bolsillo.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463040"/>
            <a:ext cx="502920" cy="50292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7570" y="158877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93192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fijo, publicado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3931920" y="1938528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ya sabe el precio antes de que llegues. Cero discusiones en la puerta.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26480" y="1463040"/>
            <a:ext cx="502920" cy="50292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210" y="158877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76656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Agendamos y confirmamos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6766560" y="1938528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2 horas, recordatorio al cliente, dirección y fotos del problema en tu app.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154680"/>
            <a:ext cx="502920" cy="50292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" y="328041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7280" y="3154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Cobramos nosotros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1097280" y="3630168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paga a Resuelto por link. Tú nunca persigues un pago.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91840" y="3154680"/>
            <a:ext cx="502920" cy="50292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7570" y="3280410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931920" y="3154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Garantía y reclamos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3931920" y="3630168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 de garantía la da la marca. Los reclamos los atiende Resuelto, no tú.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126480" y="3154680"/>
            <a:ext cx="502920" cy="50292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2210" y="3280410"/>
            <a:ext cx="251460" cy="2514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766560" y="3154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Materiales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6766560" y="3630168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+ 20%: 10% para ti, 10% para la marca. Compras tú, te reembolsamos.</a:t>
            </a:r>
            <a:endParaRPr lang="en-US" sz="11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hoy haces gratis, lo hacemos nosotros. Tú haces lo que cobra.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· CÓMO FUNCIONA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es un trabajo con Resuelto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572768" cy="26517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97480"/>
            <a:ext cx="1207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llega el trabajo a la app: qué es, dónde, cuándo y cuánto ganas.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2536" y="2743200"/>
            <a:ext cx="146304" cy="14630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121408" y="1554480"/>
            <a:ext cx="1572768" cy="26517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304288" y="1737360"/>
            <a:ext cx="457200" cy="45720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30428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304288" y="233172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Aceptas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304288" y="2697480"/>
            <a:ext cx="1207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toque. El primero que acepta en la zona se lo lleva.</a:t>
            </a:r>
            <a:endParaRPr lang="en-US" sz="10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2743200"/>
            <a:ext cx="146304" cy="14630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785616" y="1554480"/>
            <a:ext cx="1572768" cy="26517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968496" y="1737360"/>
            <a:ext cx="457200" cy="45720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968496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3968496" y="233172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Llegas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3968496" y="2697480"/>
            <a:ext cx="1207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ventana de 2 horas. Avisas 30 min antes desde la app.</a:t>
            </a:r>
            <a:endParaRPr lang="en-US" sz="10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2743200"/>
            <a:ext cx="146304" cy="14630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449824" y="1554480"/>
            <a:ext cx="1572768" cy="26517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632704" y="1737360"/>
            <a:ext cx="457200" cy="45720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632704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5632704" y="233172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Resuelves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5632704" y="2697480"/>
            <a:ext cx="1207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antes y después. Si aparece algo extra, se cotiza en la app y el cliente aprueba.</a:t>
            </a:r>
            <a:endParaRPr lang="en-US" sz="10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2743200"/>
            <a:ext cx="146304" cy="146304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114032" y="1554480"/>
            <a:ext cx="1572768" cy="26517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296912" y="1737360"/>
            <a:ext cx="457200" cy="45720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29691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7296912" y="233172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Cobras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7296912" y="2697480"/>
            <a:ext cx="1207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viernes, lo de la semana, a tu cuenta. Con desglose.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primero que acepta en la zona se lleva el trabajo. Si nadie acepta en 30 min, el Coordinador lo asigna a mano.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DINERO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trato, sin letra chiquita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5120640" cy="9144"/>
          </a:xfrm>
          <a:prstGeom prst="rect">
            <a:avLst/>
          </a:prstGeom>
          <a:solidFill>
            <a:srgbClr val="E6E1D8"/>
          </a:solidFill>
          <a:ln w="12700">
            <a:solidFill>
              <a:srgbClr val="E6E1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9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Mano de obra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14630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para ti · 35% Resuelto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569464"/>
            <a:ext cx="5120640" cy="9144"/>
          </a:xfrm>
          <a:prstGeom prst="rect">
            <a:avLst/>
          </a:prstGeom>
          <a:solidFill>
            <a:srgbClr val="E6E1D8"/>
          </a:solidFill>
          <a:ln w="12700">
            <a:solidFill>
              <a:srgbClr val="E6E1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6654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206654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+ 20% → 10% tú · 10% marca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72968"/>
            <a:ext cx="5120640" cy="9144"/>
          </a:xfrm>
          <a:prstGeom prst="rect">
            <a:avLst/>
          </a:prstGeom>
          <a:solidFill>
            <a:srgbClr val="E6E1D8"/>
          </a:solidFill>
          <a:ln w="12700">
            <a:solidFill>
              <a:srgbClr val="E6E1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700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de coordinación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26700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 lo paga el cliente, no sale de tu parte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76472"/>
            <a:ext cx="5120640" cy="9144"/>
          </a:xfrm>
          <a:prstGeom prst="rect">
            <a:avLst/>
          </a:prstGeom>
          <a:solidFill>
            <a:srgbClr val="E6E1D8"/>
          </a:solidFill>
          <a:ln w="12700">
            <a:solidFill>
              <a:srgbClr val="E6E1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2735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240280" y="327355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Viernes, semanal, con desglose por trabajo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379976"/>
            <a:ext cx="5120640" cy="9144"/>
          </a:xfrm>
          <a:prstGeom prst="rect">
            <a:avLst/>
          </a:prstGeom>
          <a:solidFill>
            <a:srgbClr val="E6E1D8"/>
          </a:solidFill>
          <a:ln w="12700">
            <a:solidFill>
              <a:srgbClr val="E6E1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8770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Publicidad, cobro, garantía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240280" y="387705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para ti. Lo paga la marca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1463040"/>
            <a:ext cx="2743200" cy="2926080"/>
          </a:xfrm>
          <a:prstGeom prst="roundRect">
            <a:avLst>
              <a:gd name="adj" fmla="val 4000"/>
            </a:avLst>
          </a:prstGeom>
          <a:solidFill>
            <a:srgbClr val="08243A"/>
          </a:solidFill>
          <a:ln w="9525">
            <a:solidFill>
              <a:srgbClr val="0824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21792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 DEL MENÚ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057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Destape simple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$149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65%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58952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26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$97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3154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de calentador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58952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$279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3703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65%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3703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26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$181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menú de Resuelto (precios publicados). Tu 65% es sobre mano de obra; materiales aparte.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DINERO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semana con Resuelto (estimado)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160520"/>
            <a:ext cx="5303520" cy="18288"/>
          </a:xfrm>
          <a:prstGeom prst="rect">
            <a:avLst/>
          </a:prstGeom>
          <a:solidFill>
            <a:srgbClr val="E6E1D8"/>
          </a:solidFill>
          <a:ln w="12700">
            <a:solidFill>
              <a:srgbClr val="E6E1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3398520"/>
            <a:ext cx="1188720" cy="762000"/>
          </a:xfrm>
          <a:prstGeom prst="roundRect">
            <a:avLst>
              <a:gd name="adj" fmla="val 9600"/>
            </a:avLst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2941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$975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4233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trabajo/día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2636520"/>
            <a:ext cx="1188720" cy="1524000"/>
          </a:xfrm>
          <a:prstGeom prst="roundRect">
            <a:avLst>
              <a:gd name="adj" fmla="val 6154"/>
            </a:avLst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03120" y="2179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6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$1,950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4233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trabajos/día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9080" y="1874520"/>
            <a:ext cx="1188720" cy="2286000"/>
          </a:xfrm>
          <a:prstGeom prst="roundRect">
            <a:avLst>
              <a:gd name="adj" fmla="val 6154"/>
            </a:avLst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94760" y="1417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$2,925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4233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trabajos/día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600200"/>
            <a:ext cx="502920" cy="50292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370" y="1725930"/>
            <a:ext cx="251460" cy="2514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26364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tus números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25603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me dijiste que haces ___ trabajos por semana y pierdes ___ horas buscando y cobrando.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Resuelto, esas horas son trabajos.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 con el menú actual (mano de obra promedio ~$300 por trabajo · 65% · 5 días). Depende de la demanda de tu zona; no es una promesa.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Hoy, solo · Con Resuelto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154680"/>
          </a:xfrm>
          <a:prstGeom prst="roundRect">
            <a:avLst>
              <a:gd name="adj" fmla="val 3478"/>
            </a:avLst>
          </a:prstGeom>
          <a:solidFill>
            <a:srgbClr val="FBF7F0"/>
          </a:solidFill>
          <a:ln w="9525">
            <a:solidFill>
              <a:srgbClr val="FBF7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63440" y="1417320"/>
            <a:ext cx="4023360" cy="3154680"/>
          </a:xfrm>
          <a:prstGeom prst="roundRect">
            <a:avLst>
              <a:gd name="adj" fmla="val 3478"/>
            </a:avLst>
          </a:prstGeom>
          <a:solidFill>
            <a:srgbClr val="08243A"/>
          </a:solidFill>
          <a:ln w="9525">
            <a:solidFill>
              <a:srgbClr val="08243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HOY, SOLO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RESUELTO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20824"/>
            <a:ext cx="182880" cy="1828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0584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Buscas tú los clientes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020824"/>
            <a:ext cx="182880" cy="1828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1208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te llegan a la app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41448"/>
            <a:ext cx="182880" cy="1828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05840" y="23865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Cotizas gratis y a veces no cierra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441448"/>
            <a:ext cx="182880" cy="1828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212080" y="23865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fijo publicado; nada que cotizar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862072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05840" y="28072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Discutes el precio en la puerta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862072"/>
            <a:ext cx="182880" cy="18288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5212080" y="28072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ya aceptó el precio</a:t>
            </a:r>
            <a:endParaRPr lang="en-US" sz="12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282696"/>
            <a:ext cx="182880" cy="18288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005840" y="32278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Persigues el pago 30–60 días</a:t>
            </a:r>
            <a:endParaRPr lang="en-US" sz="12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282696"/>
            <a:ext cx="182880" cy="18288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5212080" y="32278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pagamos el viernes, siempre</a:t>
            </a:r>
            <a:endParaRPr lang="en-US" sz="12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3703320"/>
            <a:ext cx="182880" cy="182880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1005840" y="36484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reclamo te cae a ti</a:t>
            </a:r>
            <a:endParaRPr lang="en-US" sz="12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3703320"/>
            <a:ext cx="182880" cy="182880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5212080" y="36484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Resuelto da la garantía y atiende</a:t>
            </a:r>
            <a:endParaRPr lang="en-US" sz="12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4123944"/>
            <a:ext cx="182880" cy="182880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100584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 enfermas, no entra nada</a:t>
            </a:r>
            <a:endParaRPr lang="en-US" sz="120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0" y="4123944"/>
            <a:ext cx="182880" cy="182880"/>
          </a:xfrm>
          <a:prstGeom prst="rect">
            <a:avLst/>
          </a:prstGeom>
        </p:spPr>
      </p:pic>
      <p:sp>
        <p:nvSpPr>
          <p:cNvPr id="31" name="Text 17"/>
          <p:cNvSpPr txBox="1"/>
          <p:nvPr/>
        </p:nvSpPr>
        <p:spPr>
          <a:xfrm>
            <a:off x="521208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Sigues con tus clientes propios, sin conflicto</a:t>
            </a:r>
            <a:endParaRPr lang="en-US" sz="1200" dirty="0"/>
          </a:p>
        </p:txBody>
      </p:sp>
      <p:sp>
        <p:nvSpPr>
          <p:cNvPr id="32" name="Text 18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de las de la izquierda es la que más te pesa hoy?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TRATO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reglas que protegen tu dinero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4859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es de Resuelto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023360" y="137160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tarjeta personal ni tu número. Si te pide directo, le dices que escriba a Resuelto. Es lo que protege tu pago y tu garantía.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029968"/>
            <a:ext cx="457200" cy="457200"/>
          </a:xfrm>
          <a:prstGeom prst="ellipse">
            <a:avLst/>
          </a:prstGeom>
          <a:solidFill>
            <a:srgbClr val="B94A24"/>
          </a:solidFill>
          <a:ln w="12700">
            <a:solidFill>
              <a:srgbClr val="B94A2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4426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20299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4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cobras en efectivo ni directo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023360" y="202996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pago va por el link de Resuelto. Un cobro directo termina el trato ese mismo día.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2688336"/>
            <a:ext cx="457200" cy="45720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02636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26883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Puntualidad real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4023360" y="268833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2 horas y aviso 30 min antes. Dos tardanzas sin aviso bajan tu prioridad en la app.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57200" y="3346704"/>
            <a:ext cx="457200" cy="45720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61004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51560" y="33467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antes y después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4023360" y="334670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tu protección ante cualquier reclamo. Sin fotos, el reclamo lo pagas tú.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57200" y="4005072"/>
            <a:ext cx="457200" cy="457200"/>
          </a:xfrm>
          <a:prstGeom prst="ellipse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1937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51560" y="40050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Garantía de 12 meses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4023360" y="400507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falla tu mano de obra, vuelves sin costo. Resuelto pone la cara con el cliente.</a:t>
            </a:r>
            <a:endParaRPr lang="en-US" sz="1050" dirty="0"/>
          </a:p>
        </p:txBody>
      </p:sp>
      <p:sp>
        <p:nvSpPr>
          <p:cNvPr id="24" name="Text 17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2 no tiene segunda oportunidad. Las demás bajan tu prioridad en la app.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SEGURO ESTÁS PENSANDO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que nos hacen todos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BF7F0"/>
          </a:solidFill>
          <a:ln w="9525">
            <a:solidFill>
              <a:srgbClr val="FBF7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45920"/>
            <a:ext cx="384048" cy="384048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174193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600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si un mes está flojo?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1031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limitamos plomeros por zona y arrancamos con 3 territorios, no 8. Mejor pocos con la agenda llena que muchos peleando por lo mismo.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41732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BF7F0"/>
          </a:solidFill>
          <a:ln w="9525">
            <a:solidFill>
              <a:srgbClr val="FBF7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645920"/>
            <a:ext cx="384048" cy="384048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052" y="1741932"/>
            <a:ext cx="192024" cy="1920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1600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si el cliente me quiere contratar directo?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21031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dices que escriba a Resuelto. Ese cliente vuelve a ti por la app, porque tú eres el plomero de su zona. Y sigues cobrando sin perseguirlo.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BF7F0"/>
          </a:solidFill>
          <a:ln w="9525">
            <a:solidFill>
              <a:srgbClr val="FBF7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246120"/>
            <a:ext cx="384048" cy="384048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342132"/>
            <a:ext cx="192024" cy="1920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8872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mis clientes de siempre?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85800" y="37033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tuyos y siguen siendo tuyos. Resuelto no te pide exclusividad. Solo te pide que los de Resuelto sean de Resuelto.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FBF7F0"/>
          </a:solidFill>
          <a:ln w="9525">
            <a:solidFill>
              <a:srgbClr val="FBF7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0" y="3246120"/>
            <a:ext cx="384048" cy="384048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052" y="3342132"/>
            <a:ext cx="192024" cy="1920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39496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si no me gusta?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4892040" y="37033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mes a mes, sin penalidad. Te vas cuando quieras avisando con 2 semanas para no dejar clientes colgados.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tienes otra, dímela ahora. Prefiero un no claro hoy que un sí a medias la semana que viene.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PRIMEROS 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fundadores entran distinto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65960" cy="2834640"/>
          </a:xfrm>
          <a:prstGeom prst="roundRect">
            <a:avLst>
              <a:gd name="adj" fmla="val 5581"/>
            </a:avLst>
          </a:prstGeom>
          <a:solidFill>
            <a:srgbClr val="0C2A42"/>
          </a:solidFill>
          <a:ln w="12700">
            <a:solidFill>
              <a:srgbClr val="0C2A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377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Cupo por zona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9260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cupos, uno por territorio. El que entra se queda con su zona y con la prioridad en la app.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1463040"/>
            <a:ext cx="1965960" cy="2834640"/>
          </a:xfrm>
          <a:prstGeom prst="roundRect">
            <a:avLst>
              <a:gd name="adj" fmla="val 5581"/>
            </a:avLst>
          </a:prstGeom>
          <a:solidFill>
            <a:srgbClr val="0C2A42"/>
          </a:solidFill>
          <a:ln w="12700">
            <a:solidFill>
              <a:srgbClr val="0C2A4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88920" y="1691640"/>
            <a:ext cx="548640" cy="54864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8288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88920" y="2377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Estatus fundador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2788920" y="29260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foto y tu nombre en la página de Resuelto y en los primeros anuncios de tu zona.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663440" y="1463040"/>
            <a:ext cx="1965960" cy="2834640"/>
          </a:xfrm>
          <a:prstGeom prst="roundRect">
            <a:avLst>
              <a:gd name="adj" fmla="val 5581"/>
            </a:avLst>
          </a:prstGeom>
          <a:solidFill>
            <a:srgbClr val="0C2A42"/>
          </a:solidFill>
          <a:ln w="12700">
            <a:solidFill>
              <a:srgbClr val="0C2A4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92040" y="1691640"/>
            <a:ext cx="548640" cy="54864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8288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92040" y="2377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Referidos: $200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892040" y="29260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plomero que traigas y llegue a activo. Y $50 por cada cliente que refieras y cierre.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766560" y="1463040"/>
            <a:ext cx="1965960" cy="2834640"/>
          </a:xfrm>
          <a:prstGeom prst="roundRect">
            <a:avLst>
              <a:gd name="adj" fmla="val 5581"/>
            </a:avLst>
          </a:prstGeom>
          <a:solidFill>
            <a:srgbClr val="0C2A42"/>
          </a:solidFill>
          <a:ln w="12700">
            <a:solidFill>
              <a:srgbClr val="0C2A4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95160" y="1691640"/>
            <a:ext cx="548640" cy="54864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8288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95160" y="2377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 en el menú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995160" y="29260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fundadores revisan los precios del menú con nosotros cada 90 días.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Cupos abiertos hoy en tu zona: ___ (se dice el número real).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ENTRAS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sí a tu primer pago: 10 días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7498080" cy="36576"/>
          </a:xfrm>
          <a:prstGeom prst="rect">
            <a:avLst/>
          </a:prstGeom>
          <a:solidFill>
            <a:srgbClr val="E6E1D8"/>
          </a:solidFill>
          <a:ln w="12700">
            <a:solidFill>
              <a:srgbClr val="E6E1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783080"/>
            <a:ext cx="502920" cy="50292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9202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468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88036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vigente, ID, foto del vehículo y herramientas. Firmamos el acuerdo por DocuSign desde tu celular.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783080"/>
            <a:ext cx="502920" cy="50292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92024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60320" y="2468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1–2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651760" y="288036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Instalas la app, verificamos tus documentos y te damos tu zona.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394960" y="1783080"/>
            <a:ext cx="502920" cy="50292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92024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63440" y="2468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3–5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4754880" y="288036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trabajo acompañado: te mandamos uno sencillo y te llamamos al terminar.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498080" y="1783080"/>
            <a:ext cx="502920" cy="502920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92024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766560" y="2468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7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858000" y="288036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Activo. Empiezan a llegarte trabajos y el viernes siguiente, tu primer pago.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curso, sin uniforme que comprar, sin cuota de entrada.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6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· DECIDIR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¿Hay algo que te impida empezar la semana que viene?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4023360" cy="2148840"/>
          </a:xfrm>
          <a:prstGeom prst="roundRect">
            <a:avLst>
              <a:gd name="adj" fmla="val 5957"/>
            </a:avLst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5146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377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Empezar ahora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632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Firmamos hoy por DocuSign. Activo en 7 días. Tu cupo queda reservado.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2148840"/>
            <a:ext cx="4023360" cy="2148840"/>
          </a:xfrm>
          <a:prstGeom prst="roundRect">
            <a:avLst>
              <a:gd name="adj" fmla="val 5957"/>
            </a:avLst>
          </a:prstGeom>
          <a:solidFill>
            <a:srgbClr val="0C2A42"/>
          </a:solidFill>
          <a:ln w="12700">
            <a:solidFill>
              <a:srgbClr val="0C2A4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0" y="2377440"/>
            <a:ext cx="548640" cy="548640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5146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2377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Pensarlo 48 horas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30632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Fijamos ahora la fecha y hora de la llamada. Tu cupo se reserva 48 h; después vuelve a la lista.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por DocuSign desde el celular, en esta misma llamada.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2628" cy="452628"/>
          </a:xfrm>
          <a:prstGeom prst="roundRect">
            <a:avLst>
              <a:gd name="adj" fmla="val 21818"/>
            </a:avLst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113" y="630113"/>
            <a:ext cx="289682" cy="28968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00023" y="499262"/>
            <a:ext cx="2468880" cy="551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resuelto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3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casa, resuelta.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tu tiempo. Lo que acordamos hoy te llega por WhatsApp en los próximos 5 minutos.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291840"/>
            <a:ext cx="347472" cy="347472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" y="3378708"/>
            <a:ext cx="173736" cy="1737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05840" y="3291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de Resuelto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3017520" y="3291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___-___-____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3749040"/>
            <a:ext cx="347472" cy="347472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" y="3835908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05840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3017520" y="3749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resueltopr.com/plomeros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4206240"/>
            <a:ext cx="347472" cy="347472"/>
          </a:xfrm>
          <a:prstGeom prst="ellipse">
            <a:avLst/>
          </a:prstGeom>
          <a:solidFill>
            <a:srgbClr val="F2621F"/>
          </a:solidFill>
          <a:ln w="12700">
            <a:solidFill>
              <a:srgbClr val="F2621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" y="4293108"/>
            <a:ext cx="173736" cy="17373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05840" y="4206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3017520" y="4206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hola@resueltopr.com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Resuelto Home Services LLC · Puerto Rico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Resuelto · Conversación con Plomero licenciado</dc:title>
  <dc:subject>PptxGenJS Presentation</dc:subject>
  <dc:creator>Resuelto Home Services LLC</dc:creator>
  <cp:lastModifiedBy>Resuelto Home Services LLC</cp:lastModifiedBy>
  <cp:revision>1</cp:revision>
  <dcterms:created xsi:type="dcterms:W3CDTF">2026-09-14T04:09:07Z</dcterms:created>
  <dcterms:modified xsi:type="dcterms:W3CDTF">2026-09-14T04:09:07Z</dcterms:modified>
</cp:coreProperties>
</file>