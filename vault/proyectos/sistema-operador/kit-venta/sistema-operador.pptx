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OPERADOR · ELVIN AYALA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APLICACIÓN · 90 DÍAS · CON ELVIN AYALA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negocio no necesita más horas. Necesita </a:t>
            </a:r>
            <a:pPr indent="0" marL="0">
              <a:buNone/>
            </a:pPr>
            <a:r>
              <a:rPr lang="en-US" sz="3800" b="1" dirty="0">
                <a:solidFill>
                  <a:srgbClr val="FFE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sistema.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6 sistemas con los que mis dos agencias facturan ~$1.5M al año, instalados en tu negocio contigo en 90 días.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OPERADOR · ELVIN AYALA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138160" y="47548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TE ACOMPAÑA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 he sido un fantasma.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Construí Level Up Media y AI Borinquen en silencio. Pagué más de $100K en mentorías y me equivoqué lo suficiente para saber qué funciona. Este es el sistema que quedó.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171A21"/>
          </a:solidFill>
          <a:ln w="9525">
            <a:solidFill>
              <a:srgbClr val="2B30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6060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E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~$1.5M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324612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año entre mis 2 agencias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42032" y="246888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171A21"/>
          </a:solidFill>
          <a:ln w="9525">
            <a:solidFill>
              <a:srgbClr val="2B30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9192" y="26060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E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+$100K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79192" y="324612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invertidos en mentorías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26864" y="246888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171A21"/>
          </a:solidFill>
          <a:ln w="9525">
            <a:solidFill>
              <a:srgbClr val="2B30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4024" y="26060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E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64024" y="324612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agencias operando con este sistema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11696" y="246888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171A21"/>
          </a:solidFill>
          <a:ln w="9525">
            <a:solidFill>
              <a:srgbClr val="2B30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26060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E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AM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48856" y="324612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meeting de mis agentes de IA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OPERADOR · ELVIN AYALA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138160" y="47548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TE SUENA FAMILIAR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Vendes. Pero el negocio eres tú.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171A21"/>
          </a:solidFill>
          <a:ln w="9525">
            <a:solidFill>
              <a:srgbClr val="2B30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plata se escapa entre marketing y ventas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sabes qué anuncio trajo la venta. Los leads esperan horas. El que no compró nunca recibe seguimiento.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50876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171A21"/>
          </a:solidFill>
          <a:ln w="9525">
            <a:solidFill>
              <a:srgbClr val="2B30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6916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pasa por ti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25603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Apruebas cada cosa, respondes cada pregunta y, si paras una semana, se nota en la venta.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50876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171A21"/>
          </a:solidFill>
          <a:ln w="9525">
            <a:solidFill>
              <a:srgbClr val="2B30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6916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equipo no rinde parejo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25603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Contratas por intuición, entrenas sobre la marcha y te enteras tarde de quién no funciona.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OPERADOR · ELVIN AYALA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138160" y="47548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COLUMNA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se sostiene en 4 fundamentos.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1D212A"/>
          </a:solidFill>
          <a:ln w="9525">
            <a:solidFill>
              <a:srgbClr val="2B30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45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E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26060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Dolor y dinero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42032" y="155448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1D212A"/>
          </a:solidFill>
          <a:ln w="9525">
            <a:solidFill>
              <a:srgbClr val="2B30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9192" y="1645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E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79192" y="21488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Oferta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79192" y="26060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Promesa, valor, credibilidad, riesgo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26864" y="155448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1D212A"/>
          </a:solidFill>
          <a:ln w="9525">
            <a:solidFill>
              <a:srgbClr val="2B30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64024" y="1645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E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64024" y="21488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64024" y="26060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Gancho, problema, prueba, CTA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11696" y="155448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1D212A"/>
          </a:solidFill>
          <a:ln w="9525">
            <a:solidFill>
              <a:srgbClr val="2B30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48856" y="1645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E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48856" y="21488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48856" y="26060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dónde entra, por dónde compra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“Si están bien, el negocio funciona. Si uno falla, todo se cae.” Casi siempre falla la oferta, no el tráfico: nunca bajes el precio, quita componentes.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OPERADOR · ELVIN AYALA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138160" y="47548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sistemas instalados en tu negocio.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71A21"/>
          </a:solidFill>
          <a:ln w="9525">
            <a:solidFill>
              <a:srgbClr val="2B30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00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MARKETING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Anuncios y contenido que venden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46120" y="14630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71A21"/>
          </a:solidFill>
          <a:ln w="9525">
            <a:solidFill>
              <a:srgbClr val="2B30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600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IA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29000" y="19202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equipo digital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71A21"/>
          </a:solidFill>
          <a:ln w="9525">
            <a:solidFill>
              <a:srgbClr val="2B30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600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OPERACIONES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19202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negocio que no depende de ti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71A21"/>
          </a:solidFill>
          <a:ln w="9525">
            <a:solidFill>
              <a:srgbClr val="2B30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VENTAS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no se escape un lead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46120" y="30632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71A21"/>
          </a:solidFill>
          <a:ln w="9525">
            <a:solidFill>
              <a:srgbClr val="2B30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RECLUTAMIENTO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35204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persona correcta, rápido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35040" y="30632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71A21"/>
          </a:solidFill>
          <a:ln w="9525">
            <a:solidFill>
              <a:srgbClr val="2B30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ENTRENAMIENTO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0" y="35204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equipo que mejora cada semana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OPERADOR · ELVIN AYALA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138160" y="47548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SISTEMA VALE POR SÍ SOLO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consejo que te cambia el negocio.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94560" y="141732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 por la venta, no por el lead barato: saber qué anuncio trajo cada venta.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11096"/>
            <a:ext cx="8229600" cy="0"/>
          </a:xfrm>
          <a:prstGeom prst="line">
            <a:avLst/>
          </a:prstGeom>
          <a:noFill/>
          <a:ln w="9525">
            <a:solidFill>
              <a:srgbClr val="2B30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476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94560" y="194767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Convierte tu receta en instrucciones: lo que haces igual cada semana, la IA lo hace como tú.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441448"/>
            <a:ext cx="8229600" cy="0"/>
          </a:xfrm>
          <a:prstGeom prst="line">
            <a:avLst/>
          </a:prstGeom>
          <a:noFill/>
          <a:ln w="9525">
            <a:solidFill>
              <a:srgbClr val="2B30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7802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94560" y="2478024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con más de 3–4 reportes directos; tus líderes deciden en su alcance.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8229600" cy="0"/>
          </a:xfrm>
          <a:prstGeom prst="line">
            <a:avLst/>
          </a:prstGeom>
          <a:noFill/>
          <a:ln w="9525">
            <a:solidFill>
              <a:srgbClr val="2B30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0837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94560" y="3008376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des un lead por muerto: ~$32K recuperados en mes y medio solo en seguimientos.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502152"/>
            <a:ext cx="8229600" cy="0"/>
          </a:xfrm>
          <a:prstGeom prst="line">
            <a:avLst/>
          </a:prstGeom>
          <a:noFill/>
          <a:ln w="9525">
            <a:solidFill>
              <a:srgbClr val="2B30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3872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Reclutamiento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94560" y="3538728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 en 6 días, no en 6 meses: KPIs desde el primer día.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032504"/>
            <a:ext cx="8229600" cy="0"/>
          </a:xfrm>
          <a:prstGeom prst="line">
            <a:avLst/>
          </a:prstGeom>
          <a:noFill/>
          <a:ln w="9525">
            <a:solidFill>
              <a:srgbClr val="2B30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69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Entrenamiento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94560" y="406908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deportistas no juegan sin calentar: 20 minutos de práctica antes de la primera llamada.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OPERADOR · ELVIN AYALA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138160" y="47548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DIAGNÓSTICO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está tu negocio hoy.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4754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A0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Sistema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A0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Puntaje (0–10)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A0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 que vimos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EF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EF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EF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Operaciones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EF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Ventas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EF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Reclutamiento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EF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Entrenamiento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 2 sistemas prioritarios: ______________________  ·  ______________________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OPERADOR · ELVIN AYALA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138160" y="47548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días, con un plan hecho para tu negocio.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920240" cy="54864"/>
          </a:xfrm>
          <a:prstGeom prst="rect">
            <a:avLst/>
          </a:prstGeom>
          <a:solidFill>
            <a:srgbClr val="FFE14D"/>
          </a:solidFill>
          <a:ln w="12700">
            <a:solidFill>
              <a:srgbClr val="FFE1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37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Auditamos los 6 sistemas + 1:1 conmigo. Escogemos los 2 que más te mueven.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42032" y="1554480"/>
            <a:ext cx="1920240" cy="54864"/>
          </a:xfrm>
          <a:prstGeom prst="rect">
            <a:avLst/>
          </a:prstGeom>
          <a:solidFill>
            <a:srgbClr val="FFE14D"/>
          </a:solidFill>
          <a:ln w="12700">
            <a:solidFill>
              <a:srgbClr val="FFE1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737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SEMANAS 2–4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42032" y="2011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Palancas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42032" y="2468880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Aplicamos la palanca de tus 2 sistemas prioritarios. Primer resultado medible.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26864" y="1554480"/>
            <a:ext cx="1920240" cy="54864"/>
          </a:xfrm>
          <a:prstGeom prst="rect">
            <a:avLst/>
          </a:prstGeom>
          <a:solidFill>
            <a:srgbClr val="2B303B"/>
          </a:solidFill>
          <a:ln w="12700">
            <a:solidFill>
              <a:srgbClr val="2B30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1737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SEMANAS 5–10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26864" y="2011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Instalación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26864" y="2468880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Instalamos los prioritarios completos y arrancamos los otros cuatro.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11696" y="1554480"/>
            <a:ext cx="1920240" cy="54864"/>
          </a:xfrm>
          <a:prstGeom prst="rect">
            <a:avLst/>
          </a:prstGeom>
          <a:solidFill>
            <a:srgbClr val="2B303B"/>
          </a:solidFill>
          <a:ln w="12700">
            <a:solidFill>
              <a:srgbClr val="2B30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11696" y="1737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SEMANAS 11–13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11696" y="2011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Operación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711696" y="2468880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negocio opera el sistema con números. Plan de los próximos 90 días.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semana: 1 llamada grupal + 3–4 horas de implementación · 4 llamadas 1:1 con Elvin · soporte del equipo por Slack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OPERADOR · ELVIN AYALA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138160" y="47548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RECIBES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que usamos en EA Market, para ti.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57784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109728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EF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Diagnóstico de los 6 sistemas + 1:1 + plan de 90 días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9AA0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EF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 6 playbooks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9AA0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EF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Instalación acompañada (done-with-you)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9AA0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$7,500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EF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Kit de plantillas (SOPs, guiones, seguimientos, campañas, perfiles)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9AA0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EF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 equipo digital (instrucciones de IA con tu voz + mapa de agentes)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9AA0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EF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Sistema de seguimiento configurado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9AA0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EF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llamadas grupales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9AA0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$3,600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EF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llamadas 1:1 con Elvin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9AA0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EF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 pepitas (+$100K en mentorías, destiladas)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9AA0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EF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Soporte por Slack 90 días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9AA0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$1,500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E1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total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E1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$39,100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263640" y="1325880"/>
            <a:ext cx="2423160" cy="3108960"/>
          </a:xfrm>
          <a:prstGeom prst="roundRect">
            <a:avLst>
              <a:gd name="adj" fmla="val 4528"/>
            </a:avLst>
          </a:prstGeom>
          <a:solidFill>
            <a:srgbClr val="1D212A"/>
          </a:solidFill>
          <a:ln w="9525">
            <a:solidFill>
              <a:srgbClr val="2B30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0" y="1463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E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BONOS · PAGO ÚNICO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0" y="182880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 videos de motion graphics con tu marca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12 meses en la comunidad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Actualizaciones del sistema por 12 meses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OPERADOR · ELVIN AYALA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138160" y="47548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PORQUE YA FUNCIONA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sistema, en negocios reales.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171A21"/>
          </a:solidFill>
          <a:ln w="9525">
            <a:solidFill>
              <a:srgbClr val="2B30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45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Yadiel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~$5K a $40–50K al mes con setter, closer y mentorías: los sistemas de ventas y entrenamiento.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50876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171A21"/>
          </a:solidFill>
          <a:ln w="9525">
            <a:solidFill>
              <a:srgbClr val="2B30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645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2900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Mano Santa PR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29000" y="246888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responder el 20 % de sus leads a responder en segundos: el sistema de IA aplicado a ventas.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50876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171A21"/>
          </a:solidFill>
          <a:ln w="9525">
            <a:solidFill>
              <a:srgbClr val="2B30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645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 AGENCIAS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 Market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17920" y="246888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~$1.5M al año con agentes que trabajan de verdad, CRM propio y los números del equipo a la vista.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OPERADOR · ELVIN AYALA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138160" y="47548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LETRA PEQUEÑA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Garantía de implementación.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1234440"/>
          </a:xfrm>
          <a:prstGeom prst="roundRect">
            <a:avLst>
              <a:gd name="adj" fmla="val 8889"/>
            </a:avLst>
          </a:prstGeom>
          <a:solidFill>
            <a:srgbClr val="1D212A"/>
          </a:solidFill>
          <a:ln w="9525">
            <a:solidFill>
              <a:srgbClr val="2B30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00200"/>
            <a:ext cx="868680" cy="868680"/>
          </a:xfrm>
          <a:prstGeom prst="ellipse">
            <a:avLst/>
          </a:prstGeom>
          <a:solidFill>
            <a:srgbClr val="FFE14D"/>
          </a:solidFill>
          <a:ln w="12700">
            <a:solidFill>
              <a:srgbClr val="FFE1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002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1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83080" y="1508760"/>
            <a:ext cx="6720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en 90 días no tienes instalados los sistemas que acordamos, te seguimos acompañando sin costo hasta que queden. Te pido que vengas a las llamadas y hagas las tareas. No prometo ingresos: prometo el sistema instalado.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E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PARA TI SI…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Tu negocio digital ya factura $10K+ al mes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Tienes oferta y clientes, pero todo depende de ti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Puedes darle 4–5 horas a la semana por 90 días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28803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PARA TI SI…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315468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Estás empezando de cero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Tu negocio es un local físico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Quieres que te lo hagan todo sin participar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OPERADOR · ELVIN AYALA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138160" y="47548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INVERSIÓN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pago. El sistema es tuyo.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2194560"/>
          </a:xfrm>
          <a:prstGeom prst="roundRect">
            <a:avLst>
              <a:gd name="adj" fmla="val 5000"/>
            </a:avLst>
          </a:prstGeom>
          <a:solidFill>
            <a:srgbClr val="171A21"/>
          </a:solidFill>
          <a:ln w="9525">
            <a:solidFill>
              <a:srgbClr val="2B30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REGULAR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trike="sngStrike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$15,000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total: $39,100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17720" y="1417320"/>
            <a:ext cx="4069080" cy="2194560"/>
          </a:xfrm>
          <a:prstGeom prst="roundRect">
            <a:avLst>
              <a:gd name="adj" fmla="val 5000"/>
            </a:avLst>
          </a:prstGeom>
          <a:solidFill>
            <a:srgbClr val="FFE14D"/>
          </a:solidFill>
          <a:ln w="12700">
            <a:solidFill>
              <a:srgbClr val="FFE1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1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FUNDADOR · 10 CUPOS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00600" y="18288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$9,997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800600" y="260604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 único o financiado. A cambio, documentamos tu caso contigo: el antes y el después.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SIGUIENTES PASOS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Aseguras tu cupo hoy   ·   2. Firmas el acuerdo   ·   3. En 24 h: bienvenida + tu 1:1 de la semana 1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EA Market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Operador</dc:title>
  <dc:subject>PptxGenJS Presentation</dc:subject>
  <dc:creator>Elvin Ayala</dc:creator>
  <cp:lastModifiedBy>Elvin Ayala</cp:lastModifiedBy>
  <cp:revision>1</cp:revision>
  <dcterms:created xsi:type="dcterms:W3CDTF">2026-09-28T23:23:19Z</dcterms:created>
  <dcterms:modified xsi:type="dcterms:W3CDTF">2026-09-28T23:23:19Z</dcterms:modified>
</cp:coreProperties>
</file>