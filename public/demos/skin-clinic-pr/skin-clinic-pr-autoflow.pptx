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chat/" TargetMode="External"/><Relationship Id="rId2" Type="http://schemas.openxmlformats.org/officeDocument/2006/relationships/hyperlink" Target="voz/" TargetMode="External"/><Relationship Id="rId3" Type="http://schemas.openxmlformats.org/officeDocument/2006/relationships/hyperlink" Target="https://content-os-chi-seven.vercel.app/portal/skin-clinic-pr?k=850528a55e0b4c9dd9f068942354d57b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PROPUESTA PERSONALIZADA · 2026-09-21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PR: tu equipo digital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personalizada para Skin Clinic PR · Dra. Kasey Ruiz Vega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Dra. Kasey Ruiz · Hecho en Puerto Rico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QUIÉNES SOMOS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Borinquen: de Puerto Rico, para negocios de Puerto Rico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Agencia de automatización con IA, 100 % de Puerto Rico. Hablas con personas de aquí.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Parte de IA Market, la casa de Level Up Media (Meta Ads) y AI Borinquen (agentes de IA).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Desarrolladores propios: los agentes se entrenan con tu negocio, no se copian y pegan.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vendemos un chatbot: instalamos un empleado digital con un trabajo concreto.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NUESTRA VISIÓN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Digitalizar y capacitar los negocios de la isla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ningún negocio de la isla pierda un cliente por no contestar a tiempo.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Digitalizar Y capacitar: lo instalamos por ti, o te enseñamos a hacerlo tú.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 por rol (recepción, ventas, citas), en tu voz y en tu idioma.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Todo medible: tú ves las llamadas, los mensajes y los leads en tu portal.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QUIÉN HEMOS AYUDADO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Clientes de aquí, con resultados que puedes verificar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Teo · Mano Santa PR (terapista)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Respondía solo el 20 % de sus leads. Hoy responde en segundos, precalifica y agenda.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“Me da tranquilidad saber que las conversaciones se siguen atendiendo.”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Milton · Caribe Paint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Asistente de atención y seguimiento instalado sin fricción.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“Pensé que la implementación sería mucho más complicada, pero ha sido bastante fácil.”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Clínicas, dentistas, contratistas y oficinas de servicio en toda la isla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Recepción por voz, WhatsApp atendido 24/7 y CRM que no se entrega en blanco.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 presentamos al cliente de tu mismo rubro en la llamada.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VIMOS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está pasando hoy en Skin Clinic PR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Mensajes de Instagram y WhatsApp llegan de noche y quedan sin responder hasta el otro dia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Citas que se caen porque nadie las confirma a tiempo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Recepcion no da abasto con las consultas repetidas de precios de tratamientos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Comunidad activa de 40K seguidores en Instagram (@skinclinicpr) generando consultas constantes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CUESTA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hora sin responder tiene un precio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78% de los clientes elige al negocio que responde primero, y hoy esas respuestas llegan tarde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67% de los mensajes fuera de horario se pierden sin seguimiento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cita que se cae por falta de confirmacion es tiempo y espacio en agenda que no se recupera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78% de los clientes cierran con el primero que responde · 67% se van tras una mala experiencia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SISTEMA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Así queda Skin Clinic PR con AutoFlow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chat en Instagram y WhatsApp respondiendo preguntas de servicios y precios las 24 horas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voz que contesta llamadas, orienta y toma los datos del paciente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CRM configurado con el embudo de Skin Clinic PR: desde nuevo contacto hasta cita atendida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Confirmaciones automaticas de citas para reducir las que se caen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PRUÉBALO TÚ MISMO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 está construido para ti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💬 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Escríbele a Nicole como cliente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📞 Voz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Habla con Nicole</a:t>
            </a:r>
            <a:endParaRPr lang="en-US" sz="12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347472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voz/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🖥️ Tu portal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Agentes, llamadas y CRM en vivo</a:t>
            </a:r>
            <a:endParaRPr lang="en-US" sz="12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https://content-os-chi-seven.vercel.app/portal/skin-clinic-pr?k=850528a55e0b4c9dd9f068942354d57b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CUENTA QUE NADIE TE HACE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Empleado 24/7 vs AutoFlow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Empleado 24/7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AutoFlow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Costo al año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~$58,000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~$9,500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Horas cubiertas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2,080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8,736 (24/7)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Tiempo de respuesta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~4 horas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segundos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Ahorro año 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9F5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5C06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~$48,000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3A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6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 EQUIPO DIGITAL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Elige el agente que necesitas primero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$1,500 + $147/mes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e Instagram atendidos 24/7. Responde, precalifica, toma datos y agenda. CRM incluido.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Agente de voz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$2,500 + $297/mes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Contesta el teléfono con voz de Puerto Rico. Orienta, toma datos y agenda. Escala a tu equipo.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0D2118"/>
          </a:solidFill>
          <a:ln w="25400">
            <a:solidFill>
              <a:srgbClr val="E0A9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A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 QUE PROBASTE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AutoFlow completo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$3,500 + $497/mes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+ voz + CRM configurado (no en blanco) + agenda + portal. Los 2 sistemas: citas y atención.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Garantía: funcionando en 21 días o no corre la mensualidad · sin permanencia · financiable (inicial + 2 pagos a 30 días)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PRIMERA SEMANA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Qué pasa desde que dices que sí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Instalacion del sistema con el numero de WhatsApp actual de la clinica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Entrenamiento del asistente con los servicios reales: faciales, botox, rellenos, laser, dermatologia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 en vivo respondiendo mensajes y llamadas de ejemplo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Ajustes finales segun el flujo de trabajo de la recepcion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Borinquen · AutoFlow · Puerto Rico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Skin Clinic PR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B76E7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5C06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F5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Agendar la instalacion del sistema con el numero de WhatsApp de Skin Clinic PR.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AI Borinquen · +1 (939) 304-0491 · https://content-os-chi-seven.vercel.app/portal/skin-clinic-pr?k=850528a55e0b4c9dd9f068942354d57b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Borinquen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Clinic PR · AutoFlow</dc:title>
  <dc:subject>PptxGenJS Presentation</dc:subject>
  <dc:creator>AI Borinquen</dc:creator>
  <cp:lastModifiedBy>AI Borinquen</cp:lastModifiedBy>
  <cp:revision>1</cp:revision>
  <dcterms:created xsi:type="dcterms:W3CDTF">2026-09-21T15:41:24Z</dcterms:created>
  <dcterms:modified xsi:type="dcterms:W3CDTF">2026-09-21T15:41:24Z</dcterms:modified>
</cp:coreProperties>
</file>