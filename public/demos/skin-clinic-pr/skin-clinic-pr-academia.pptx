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chat/" TargetMode="External"/><Relationship Id="rId2" Type="http://schemas.openxmlformats.org/officeDocument/2006/relationships/hyperlink" Target="voz/" TargetMode="External"/><Relationship Id="rId3" Type="http://schemas.openxmlformats.org/officeDocument/2006/relationships/hyperlink" Target="(link al MVP)/sistema/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Borinquen · Academia AIB · Puerto Rico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12064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Skin Clinic PR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B76E7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5C06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PROGRAMA PERSONALIZADO · 2026-09-21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Skin Clinic PR: aprende a poner la IA a trabajar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Demo personalizada para Skin Clinic PR · Dra. Kasey Ruiz Vega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Preparado para Dra. Kasey Ruiz · Hecho en Puerto Rico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Borinquen · Academia AIB · Puerto Rico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12064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Skin Clinic PR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5C06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QUIÉNES SOMOS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Borinquen: de Puerto Rico, para negocios de Puerto Rico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80467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Agencia de automatización con IA, 100 % de Puerto Rico. Hablas con personas de aquí.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Parte de IA Market, la casa de Level Up Media (Meta Ads) y AI Borinquen (agentes de IA).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Desarrolladores propios: los agentes se entrenan con tu negocio, no se copian y pegan.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vendemos un chatbot: instalamos un empleado digital con un trabajo concreto.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Borinquen · Academia AIB · Puerto Rico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12064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Skin Clinic PR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5C06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NUESTRA VISIÓN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Digitalizar y capacitar los negocios de la isla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80467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Que ningún negocio de la isla pierda un cliente por no contestar a tiempo.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Digitalizar Y capacitar: lo instalamos por ti, o te enseñamos a hacerlo tú.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Agentes por rol (recepción, ventas, citas), en tu voz y en tu idioma.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Todo medible: tú ves las llamadas, los mensajes y los leads en tu portal.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Borinquen · Academia AIB · Puerto Rico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12064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Skin Clinic PR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5C06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QUIÉN HEMOS AYUDADO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Clientes de aquí, con resultados que puedes verificar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0D2118"/>
          </a:solidFill>
          <a:ln w="12700">
            <a:solidFill>
              <a:srgbClr val="1F3A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544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Teo · Mano Santa PR (terapista)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5C06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Respondía solo el 20 % de sus leads. Hoy responde en segundos, precalifica y agenda.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“Me da tranquilidad saber que las conversaciones se siguen atendiendo.”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91840" y="146304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0D2118"/>
          </a:solidFill>
          <a:ln w="12700">
            <a:solidFill>
              <a:srgbClr val="1F3A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5544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Milton · Caribe Paint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21945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5C06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Asistente de atención y seguimiento instalado sin fricción.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474720" y="32004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“Pensé que la implementación sería mucho más complicada, pero ha sido bastante fácil.”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146304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0D2118"/>
          </a:solidFill>
          <a:ln w="12700">
            <a:solidFill>
              <a:srgbClr val="1F3A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5544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Clínicas, dentistas, contratistas y oficinas de servicio en toda la isla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21945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5C06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Recepción por voz, WhatsApp atendido 24/7 y CRM que no se entrega en blanco.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09360" y="32004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 presentamos al cliente de tu mismo rubro en la llamada.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Borinquen · Academia AIB · Puerto Rico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12064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Skin Clinic PR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5C06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 QUE VIMOS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 que está pasando hoy en Skin Clinic PR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80467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Quieres usar la IA en tu negocio y no sabes por dónde empezar.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Has probado herramientas sueltas y ninguna quedó funcionando.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quieres depender de nadie para cambiar un precio o un horario.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Tienes tiempo para aprender, no presupuesto para que lo hagan todo por ti.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Borinquen · Academia AIB · Puerto Rico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12064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Skin Clinic PR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5C06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 QUE CUESTA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Cada hora sin responder tiene un precio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8046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El 78% de los clientes elige al negocio que responde primero, y hoy esas respuestas llegan tarde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El 67% de los mensajes fuera de horario se pierden sin seguimiento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Cada cita que se cae por falta de confirmacion es tiempo y espacio en agenda que no se recupera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566160"/>
            <a:ext cx="8046720" cy="914400"/>
          </a:xfrm>
          <a:prstGeom prst="rect">
            <a:avLst/>
          </a:prstGeom>
          <a:solidFill>
            <a:srgbClr val="0D2118"/>
          </a:solidFill>
          <a:ln w="12700">
            <a:solidFill>
              <a:srgbClr val="1F3A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61188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A9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78% de los clientes cierran con el primero que responde · 67% se van tras una mala experiencia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Borinquen · Academia AIB · Puerto Rico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12064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Skin Clinic PR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5C06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EL PROGRAMA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 semanas, de cero a tus agentes funcionando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80467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Semanas 1-2 · Fundamentos: cómo piensa un agente y qué trabajo le vas a dar.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Semanas 3-5 · Tu agente de chat: entrenado con tu negocio, en WhatsApp e Instagram.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Semanas 6-8 · Tu agente de voz: la recepcionista que contesta cuando nadie puede.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Semanas 9-12 · Tu embudo y tu seguimiento: CRM, confirmaciones, medición.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Borinquen · Academia AIB · Puerto Rico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12064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Skin Clinic PR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5C06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ESTO ES LO QUE VAS A SABER CONSTRUIR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Ya te lo montamos para que lo toques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0D2118"/>
          </a:solidFill>
          <a:ln w="12700">
            <a:solidFill>
              <a:srgbClr val="1F3A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91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💬 Chat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Escríbele a Nicole como cliente</a:t>
            </a:r>
            <a:endParaRPr lang="en-US" sz="1200" dirty="0"/>
          </a:p>
        </p:txBody>
      </p:sp>
      <p:sp>
        <p:nvSpPr>
          <p:cNvPr id="9" name="Text 7">
            <a:hlinkClick r:id="rId1" tooltip=""/>
          </p:cNvPr>
          <p:cNvSpPr/>
          <p:nvPr/>
        </p:nvSpPr>
        <p:spPr>
          <a:xfrm>
            <a:off x="640080" y="30175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35C06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chat/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91840" y="155448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0D2118"/>
          </a:solidFill>
          <a:ln w="12700">
            <a:solidFill>
              <a:srgbClr val="1F3A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691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📞 Voz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74720" y="21488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Habla con Nicole</a:t>
            </a:r>
            <a:endParaRPr lang="en-US" sz="1200" dirty="0"/>
          </a:p>
        </p:txBody>
      </p:sp>
      <p:sp>
        <p:nvSpPr>
          <p:cNvPr id="13" name="Text 11">
            <a:hlinkClick r:id="rId2" tooltip=""/>
          </p:cNvPr>
          <p:cNvSpPr/>
          <p:nvPr/>
        </p:nvSpPr>
        <p:spPr>
          <a:xfrm>
            <a:off x="3474720" y="30175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35C06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voz/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26480" y="155448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0D2118"/>
          </a:solidFill>
          <a:ln w="12700">
            <a:solidFill>
              <a:srgbClr val="1F3A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691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🖥️ Tu portal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309360" y="21488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Embudo, conversaciones y agenda</a:t>
            </a:r>
            <a:endParaRPr lang="en-US" sz="1200" dirty="0"/>
          </a:p>
        </p:txBody>
      </p:sp>
      <p:sp>
        <p:nvSpPr>
          <p:cNvPr id="17" name="Text 15">
            <a:hlinkClick r:id="rId3" tooltip=""/>
          </p:cNvPr>
          <p:cNvSpPr/>
          <p:nvPr/>
        </p:nvSpPr>
        <p:spPr>
          <a:xfrm>
            <a:off x="6309360" y="30175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35C06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(link al MVP)/sistema/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Borinquen · Academia AIB · Puerto Rico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12064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Skin Clinic PR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5C06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 QUE CONSTRUYES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 terminar, esto queda funcionando en tu negocio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80467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 agente de chat funcionando en tu número.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 agente de voz con tu información y tu tono.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Tu embudo con etapas y confirmaciones automáticas.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El criterio para seguir mejorándolo tú, sin jerga.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Borinquen · Academia AIB · Puerto Rico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12064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Skin Clinic PR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5C06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CÓMO LO HACEMOS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Tú eliges cuánto quieres aprender y cuánto delegar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0D2118"/>
          </a:solidFill>
          <a:ln w="25400">
            <a:solidFill>
              <a:srgbClr val="E0A9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08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0A9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RECOMENDADO PARA TI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Academia AIB · grupal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5C06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$2,500 · 3 meses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 sesiones en vivo + implementación guiada de tu primer agente + comunidad. Pago único o 3 × $997.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46304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0D2118"/>
          </a:solidFill>
          <a:ln w="12700">
            <a:solidFill>
              <a:srgbClr val="1F3A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1783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Acompañamiento 1:1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74720" y="2331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$4,000 · 4 meses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0" y="27432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 construyes tú con nosotros al lado: sesiones semanales, revisión de tu sistema y tu equipo.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46304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0D2118"/>
          </a:solidFill>
          <a:ln w="12700">
            <a:solidFill>
              <a:srgbClr val="1F3A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783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 hacemos por ti · AutoFlow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09360" y="2331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$3,500 + $497/mes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27432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Chat + voz + CRM configurado (no en blanco) + agenda + portal. Los 2 sistemas: citas y atención.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Cupos por cohorte limitados · pago único o 3 pagos · si al terminar no tienes tu agente funcionando, seguimos contigo sin costo hasta que lo tengas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Borinquen · Academia AIB · Puerto Rico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12064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Skin Clinic PR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5C06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 PRIMERA SEMANA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Qué pasa desde que dices que sí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80467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Sesión 1 en vivo (grupal, 90 min) + tu espacio en la comunidad.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Plantillas y accesos de las herramientas que vamos a usar.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Tu primer agente de chat en borrador antes de la semana 3.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Acompañamiento por WhatsApp entre sesiones.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Borinquen · Academia AIB · Puerto Rico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12064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Skin Clinic PR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B76E7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5C06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PRÓXIMO PASO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Reserva tu cupo en la próxima cohorte y sal de la sesión 1 con tu primer agente en borrador.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WhatsApp AI Borinquen · +1 (939) 304-0491 · (link al MVP)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AI Borinquen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Skin Clinic PR · Academia AIB</dc:title>
  <dc:subject>PptxGenJS Presentation</dc:subject>
  <dc:creator>AI Borinquen</dc:creator>
  <cp:lastModifiedBy>AI Borinquen</cp:lastModifiedBy>
  <cp:revision>1</cp:revision>
  <dcterms:created xsi:type="dcterms:W3CDTF">2026-09-21T15:39:10Z</dcterms:created>
  <dcterms:modified xsi:type="dcterms:W3CDTF">2026-09-21T15:39:10Z</dcterms:modified>
</cp:coreProperties>
</file>