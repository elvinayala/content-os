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chat/" TargetMode="External"/><Relationship Id="rId2" Type="http://schemas.openxmlformats.org/officeDocument/2006/relationships/hyperlink" Target="voz/" TargetMode="External"/><Relationship Id="rId3" Type="http://schemas.openxmlformats.org/officeDocument/2006/relationships/hyperlink" Target="(link al MVP)/sistema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PROPUESTA PERSONALIZADA · 2026-09-19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PR: tu equipo digital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personalizada para Skin Clinic PR · Dra. Kasey Ruiz Vega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Preparado para Dra. Kasey Ruiz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VIMOS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está pasando hoy en Skin Clinic PR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Mensajes de Instagram y WhatsApp llegan de noche y quedan sin responder hasta el otro dia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Citas que se caen porque nadie las confirma a tiempo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Recepcion no da abasto con las consultas repetidas de precios de tratamientos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Comunidad activa de 40K seguidores en Instagram (@skinclinicpr) generando consultas constantes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CUESTA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hora sin responder tiene un precio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78% de los clientes elige al negocio que responde primero, y hoy esas respuestas llegan tarde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67% de los mensajes fuera de horario se pierden sin seguimiento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cita que se cae por falta de confirmacion es tiempo y espacio en agenda que no se recupera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9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78% de los clientes cierran con el primero que responde · 67% se van tras una mala experiencia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SISTEMA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Así queda Skin Clinic PR con AutoFlow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de chat en Instagram y WhatsApp respondiendo preguntas de servicios y precios las 24 horas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de voz que contesta llamadas, orienta y toma los datos del paciente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CRM configurado con el embudo de Skin Clinic PR: desde nuevo contacto hasta cita atendida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Confirmaciones automaticas de citas para reducir las que se caen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PRUÉBALO TÚ MISMO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 está construido para ti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💬 Chat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Escríbele a Nicole como cliente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64008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chat/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📞 Voz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Habla con Nicole</a:t>
            </a:r>
            <a:endParaRPr lang="en-US" sz="12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347472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voz/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🖥️ Por dentro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Embudo, conversaciones y agenda</a:t>
            </a:r>
            <a:endParaRPr lang="en-US" sz="120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630936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 al MVP)/sistema/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CUENTA QUE NADIE TE HACE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Empleado 24/7 vs AutoFlow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Empleado 24/7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AutoFlow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Costo al año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~$58,000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~$9,500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Horas cubiertas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2,080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8,736 (24/7)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Tiempo de respuesta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~4 horas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~10 segundos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Ahorro año 1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~$48,000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LOS 3 NIVELES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 que compares bien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Botones y reglas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lo vendemos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Menús fijos. Se rompe cuando el cliente escribe distinto.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Chatbot con 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$800–1,000 único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Conversa bien pero no está conectado: no agenda, no guarda, no avisa.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25400">
            <a:solidFill>
              <a:srgbClr val="E0A9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9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PROBASTE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conectado · AutoFlow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$2,500–3,000 + $147/mes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 + voz + CRM configurado + agenda. Precalifica y te avisa. Pro $297/mes.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Garantía: funcionando en 21 días o no corre la mensualidad · sin permanencia · financiable (inicial + 2 pagos a 30 días)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PRIMERA SEMANA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Qué pasa desde que dices que sí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Instalacion del sistema con el numero de WhatsApp actual de la clinica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Entrenamiento del asistente con los servicios reales: faciales, botox, rellenos, laser, dermatologia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 en vivo respondiendo mensajes y llamadas de ejemplo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Ajustes finales segun el flujo de trabajo de la recepcion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Agendar la instalacion del sistema con el numero de WhatsApp de Skin Clinic PR.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AI Borinquen · +1 (939) 304-0491 · (link al MVP)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Borinquen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Clinic PR · AutoFlow</dc:title>
  <dc:subject>PptxGenJS Presentation</dc:subject>
  <dc:creator>AI Borinquen</dc:creator>
  <cp:lastModifiedBy>AI Borinquen</cp:lastModifiedBy>
  <cp:revision>1</cp:revision>
  <dcterms:created xsi:type="dcterms:W3CDTF">2026-09-19T00:57:49Z</dcterms:created>
  <dcterms:modified xsi:type="dcterms:W3CDTF">2026-09-19T00:57:49Z</dcterms:modified>
</cp:coreProperties>
</file>