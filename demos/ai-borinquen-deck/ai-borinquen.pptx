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QUIÉNES SOMOS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Agentes de inteligencia artificial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hechos en Puerto Rico.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28803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Instalamos el empleado digital que contesta, precalifica y agenda por tu negocio.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un chatbot.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NUESTRA VISIÓN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 ningún negocio de la isla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pierda un cliente por no contestar a tiempo.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64008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Digitalizar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 instalamos por ti.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3756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Capacitar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3756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te enseñamos a hacerlo tú.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3504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Medir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03504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Tú ves cada llamada y cada lead.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QUIÉN HEMOS AYUDADO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Negocios de aquí.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556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Teo · Mano Santa PR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0299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Terapia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" y="226771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Respondía el 20 % de sus leads. Hoy responde en segundos y agenda solo.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6459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92040" y="17556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Milton · Caribe Paint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20299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Pintura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892040" y="226771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“Pensé que sería mucho más complicado. Ha sido bastante fácil.”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31089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21868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Lcdo. Ernest Crison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349300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Oficina legal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2960" y="373075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Ecosistema completo: agente de chat, agente de voz y CRM. Ningún cliente se queda sin respuesta.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09160" y="31089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7160F"/>
          </a:solidFill>
          <a:ln w="12700">
            <a:solidFill>
              <a:srgbClr val="1F3A2B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AI Borinquen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Borinquen</dc:title>
  <dc:subject>PptxGenJS Presentation</dc:subject>
  <dc:creator>AI Borinquen</dc:creator>
  <cp:lastModifiedBy>AI Borinquen</cp:lastModifiedBy>
  <cp:revision>1</cp:revision>
  <dcterms:created xsi:type="dcterms:W3CDTF">2026-09-21T18:25:12Z</dcterms:created>
  <dcterms:modified xsi:type="dcterms:W3CDTF">2026-09-21T18:25:12Z</dcterms:modified>
</cp:coreProperties>
</file>