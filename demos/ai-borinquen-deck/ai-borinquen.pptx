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5C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35C06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QUIÉNES SOMOS</a:t>
            </a:r>
            <a:endParaRPr lang="en-US" sz="1000" dirty="0"/>
          </a:p>
        </p:txBody>
      </p:sp>
      <p:pic>
        <p:nvPicPr>
          <p:cNvPr id="4" name="Image 0" descr="/Users/elvinayala/AGENTE CONTENIDO/public/marcas/ai-borinquen-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20040"/>
            <a:ext cx="9144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4709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Borinquen · Puerto Rico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Agentes de inteligencia artificial</a:t>
            </a:r>
            <a:endParaRPr lang="en-US" sz="3400" dirty="0"/>
          </a:p>
          <a:p>
            <a:pPr indent="0" marL="0">
              <a:buNone/>
            </a:pPr>
            <a:r>
              <a:rPr lang="en-US" sz="34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hechos en Puerto Rico.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640080" y="2880360"/>
            <a:ext cx="74980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Instalamos el empleado digital que contesta, precalifica y agenda por tu negocio.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No un chatbot.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5C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35C06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NUESTRA VISIÓN</a:t>
            </a:r>
            <a:endParaRPr lang="en-US" sz="1000" dirty="0"/>
          </a:p>
        </p:txBody>
      </p:sp>
      <p:pic>
        <p:nvPicPr>
          <p:cNvPr id="4" name="Image 0" descr="/Users/elvinayala/AGENTE CONTENIDO/public/marcas/ai-borinquen-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20040"/>
            <a:ext cx="9144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4709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Borinquen · Puerto Rico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40080" y="118872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Que ningún negocio de la isla</a:t>
            </a:r>
            <a:endParaRPr lang="en-US" sz="3000" dirty="0"/>
          </a:p>
          <a:p>
            <a:pPr indent="0" marL="0">
              <a:buNone/>
            </a:pPr>
            <a:r>
              <a:rPr lang="en-US" sz="30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pierda un cliente por no contestar a tiempo.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640080" y="3017520"/>
            <a:ext cx="2377440" cy="0"/>
          </a:xfrm>
          <a:prstGeom prst="line">
            <a:avLst/>
          </a:prstGeom>
          <a:noFill/>
          <a:ln w="19050">
            <a:solidFill>
              <a:srgbClr val="35C06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3108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Digitalizar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640080" y="34747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Lo instalamos por ti.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37560" y="3017520"/>
            <a:ext cx="2377440" cy="0"/>
          </a:xfrm>
          <a:prstGeom prst="line">
            <a:avLst/>
          </a:prstGeom>
          <a:noFill/>
          <a:ln w="19050">
            <a:solidFill>
              <a:srgbClr val="35C06F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337560" y="3108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Capacitar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3337560" y="34747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 te enseñamos a hacerlo tú.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035040" y="3017520"/>
            <a:ext cx="2377440" cy="0"/>
          </a:xfrm>
          <a:prstGeom prst="line">
            <a:avLst/>
          </a:prstGeom>
          <a:noFill/>
          <a:ln w="19050">
            <a:solidFill>
              <a:srgbClr val="35C06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035040" y="310896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Medir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6035040" y="347472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Tú ves cada llamada y cada lead.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6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5C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35C06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 QUIÉN HEMOS AYUDADO</a:t>
            </a:r>
            <a:endParaRPr lang="en-US" sz="1000" dirty="0"/>
          </a:p>
        </p:txBody>
      </p:sp>
      <p:pic>
        <p:nvPicPr>
          <p:cNvPr id="4" name="Image 0" descr="/Users/elvinayala/AGENTE CONTENIDO/public/marcas/ai-borinquen-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20040"/>
            <a:ext cx="9144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40080" y="4709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AI Borinquen · Puerto Rico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640080" y="9144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Negocios de aquí.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0D2118"/>
          </a:solidFill>
          <a:ln w="12700">
            <a:solidFill>
              <a:srgbClr val="1F3A2B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755648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Teo · Mano Santa PR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22960" y="202996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35C06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Terapia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" y="2267712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Respondía el 20 % de sus leads. Hoy responde en segundos y agenda solo.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709160" y="164592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0D2118"/>
          </a:solidFill>
          <a:ln w="12700">
            <a:solidFill>
              <a:srgbClr val="1F3A2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892040" y="1755648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Milton · Caribe Paint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892040" y="202996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35C06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Pintura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4892040" y="2267712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“Pensé que sería mucho más complicado. Ha sido bastante fácil.”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640080" y="310896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0D2118"/>
          </a:solidFill>
          <a:ln w="12700">
            <a:solidFill>
              <a:srgbClr val="1F3A2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3218688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9F5EE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Lcdo. Ernest Crison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22960" y="3493008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200" kern="0" dirty="0">
                <a:solidFill>
                  <a:srgbClr val="35C06F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Oficina legal · chat + voz + CRM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822960" y="3730752"/>
            <a:ext cx="3474720" cy="6217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DB8AA"/>
                </a:solidFill>
                <a:latin typeface="Helvetica" pitchFamily="34" charset="0"/>
                <a:ea typeface="Helvetica" pitchFamily="34" charset="-122"/>
                <a:cs typeface="Helvetica" pitchFamily="34" charset="-120"/>
              </a:rPr>
              <a:t>“Llenaron mis expectativas y las superaron. No doy abasto en llamadas y citas. Entran 25 a 50 mensajes al día, casi siempre de madrugada… gracias a Dios que está el sistema.”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709160" y="3108960"/>
            <a:ext cx="3840480" cy="1280160"/>
          </a:xfrm>
          <a:prstGeom prst="roundRect">
            <a:avLst>
              <a:gd name="adj" fmla="val 5714"/>
            </a:avLst>
          </a:prstGeom>
          <a:solidFill>
            <a:srgbClr val="07160F"/>
          </a:solidFill>
          <a:ln w="12700">
            <a:solidFill>
              <a:srgbClr val="1F3A2B"/>
            </a:solidFill>
            <a:prstDash val="dash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AI Borinquen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Borinquen</dc:title>
  <dc:subject>PptxGenJS Presentation</dc:subject>
  <dc:creator>AI Borinquen</dc:creator>
  <cp:lastModifiedBy>AI Borinquen</cp:lastModifiedBy>
  <cp:revision>1</cp:revision>
  <dcterms:created xsi:type="dcterms:W3CDTF">2026-09-21T19:28:39Z</dcterms:created>
  <dcterms:modified xsi:type="dcterms:W3CDTF">2026-09-21T19:28:39Z</dcterms:modified>
</cp:coreProperties>
</file>