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QUIÉNES SOMOS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96012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de IA personalizados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 tu negocio.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Hechos en Puerto Rico.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Diseñamos, entrenamos e instalamos el agente que tu negocio necesita: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recepción, ventas, WhatsApp, citas, seguimiento, inventario, cobros… el que te haga falta.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3749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Recepción y citas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37560" y="3749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Ventas por WhatsApp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3749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Seguimiento de clientes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13308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Inventario y pedidos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337560" y="413308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Cobros y recordatorios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0" y="413308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· El tuyo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NUESTRA VISIÓN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cada negocio de la isla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tenga su propio equipo de IA.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4008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Personalizar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a la medida de tu operación, no plantillas.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Digitalizar y capacitar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3756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 instalamos por ti, o te enseñamos a hacerlo tú.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03504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Tú ves lo que tu agente hace, cada día.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QUIÉN HEMOS AYUDADO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Negocios de aquí.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Teo · Mano Santa PR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Terapia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Respondía el 20 % de sus leads. Hoy responde en segundos y agenda solo.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Milton · Caribe Paint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Pintura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9204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“Pensé que sería mucho más complicado. Ha sido bastante fácil.”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2186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Lcdo. Ernest Crison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49300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Oficina legal · chat + voz + CRM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" y="373075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“Llenaron mis expectativas y las superaron. No doy abasto en llamadas y citas. Entran 25 a 50 mensajes al día, casi siempre de madrugada… gracias a Dios que está el sistema.”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0916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7160F"/>
          </a:solidFill>
          <a:ln w="12700">
            <a:solidFill>
              <a:srgbClr val="1F3A2B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AI Borinquen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Borinquen</dc:title>
  <dc:subject>PptxGenJS Presentation</dc:subject>
  <dc:creator>AI Borinquen</dc:creator>
  <cp:lastModifiedBy>AI Borinquen</cp:lastModifiedBy>
  <cp:revision>1</cp:revision>
  <dcterms:created xsi:type="dcterms:W3CDTF">2026-09-21T19:40:30Z</dcterms:created>
  <dcterms:modified xsi:type="dcterms:W3CDTF">2026-09-21T19:40:30Z</dcterms:modified>
</cp:coreProperties>
</file>