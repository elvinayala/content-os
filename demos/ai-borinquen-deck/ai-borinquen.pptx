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5C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QUIÉNES SOMOS</a:t>
            </a:r>
            <a:endParaRPr lang="en-US" sz="1000" dirty="0"/>
          </a:p>
        </p:txBody>
      </p:sp>
      <p:pic>
        <p:nvPicPr>
          <p:cNvPr id="4" name="Image 0" descr="/Users/elvinayala/AGENTE CONTENIDO/public/marcas/ai-borinquen-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20040"/>
            <a:ext cx="9144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Puerto Rico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9601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Agentes de IA personalizados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 tu negocio.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Hechos en Puerto Rico.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Diseñamos, entrenamos e instalamos el agente que tu negocio necesita: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recepción, ventas, WhatsApp, citas, seguimiento, inventario, cobros… el que te haga falta.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Recepción y citas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3756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Ventas por WhatsApp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Seguimiento de clientes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133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Inventario y pedidos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37560" y="4133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Cobros y recordatorios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4133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El tuyo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5C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NUESTRA VISIÓN</a:t>
            </a:r>
            <a:endParaRPr lang="en-US" sz="1000" dirty="0"/>
          </a:p>
        </p:txBody>
      </p:sp>
      <p:pic>
        <p:nvPicPr>
          <p:cNvPr id="4" name="Image 0" descr="/Users/elvinayala/AGENTE CONTENIDO/public/marcas/ai-borinquen-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20040"/>
            <a:ext cx="9144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Puerto Rico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 cada negocio de la isla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tenga su propio equipo de IA.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2377440" cy="0"/>
          </a:xfrm>
          <a:prstGeom prst="line">
            <a:avLst/>
          </a:prstGeom>
          <a:noFill/>
          <a:ln w="19050">
            <a:solidFill>
              <a:srgbClr val="35C0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Personalizar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Agentes a la medida de tu operación, no plantillas.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3017520"/>
            <a:ext cx="2377440" cy="0"/>
          </a:xfrm>
          <a:prstGeom prst="line">
            <a:avLst/>
          </a:prstGeom>
          <a:noFill/>
          <a:ln w="19050">
            <a:solidFill>
              <a:srgbClr val="35C0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Digitalizar y capacitar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3756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instalamos por ti, o te enseñamos a hacerlo tú.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3017520"/>
            <a:ext cx="2377440" cy="0"/>
          </a:xfrm>
          <a:prstGeom prst="line">
            <a:avLst/>
          </a:prstGeom>
          <a:noFill/>
          <a:ln w="19050">
            <a:solidFill>
              <a:srgbClr val="35C0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3504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Tú ves lo que tu agente hace, cada día.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5C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QUIÉN HEMOS AYUDADO</a:t>
            </a:r>
            <a:endParaRPr lang="en-US" sz="1000" dirty="0"/>
          </a:p>
        </p:txBody>
      </p:sp>
      <p:pic>
        <p:nvPicPr>
          <p:cNvPr id="4" name="Image 0" descr="/Users/elvinayala/AGENTE CONTENIDO/public/marcas/ai-borinquen-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20040"/>
            <a:ext cx="9144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Puerto Rico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Negocios de aquí.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7556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Teo · Mano Santa PR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0299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Terapia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2267712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Respondía el 20 % de sus leads. Hoy responde en segundos y agenda solo.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64592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7556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Milton · Caribe Paint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20299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Pintura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92040" y="2267712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“Pensé que sería mucho más complicado. Ha sido bastante fácil.”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1089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2186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Lcdo. Ernest Crison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34930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Oficina legal · chat + voz + CRM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" y="3730752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“Llenaron mis expectativas y las superaron. No doy abasto en llamadas y citas. Entran 25 a 50 mensajes al día, casi siempre de madrugada… gracias a Dios que está el sistema.”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31089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07160F"/>
          </a:solidFill>
          <a:ln w="12700">
            <a:solidFill>
              <a:srgbClr val="1F3A2B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5C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DICEN ELLOS</a:t>
            </a:r>
            <a:endParaRPr lang="en-US" sz="1000" dirty="0"/>
          </a:p>
        </p:txBody>
      </p:sp>
      <p:pic>
        <p:nvPicPr>
          <p:cNvPr id="4" name="Image 0" descr="/Users/elvinayala/AGENTE CONTENIDO/public/marcas/ai-borinquen-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20040"/>
            <a:ext cx="9144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Puerto Rico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Testimonios en video.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783080" cy="2788920"/>
          </a:xfrm>
          <a:prstGeom prst="roundRect">
            <a:avLst>
              <a:gd name="adj" fmla="val 512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257300" y="2720340"/>
            <a:ext cx="548640" cy="548640"/>
          </a:xfrm>
          <a:prstGeom prst="ellipse">
            <a:avLst/>
          </a:prstGeom>
          <a:solidFill>
            <a:srgbClr val="07160F"/>
          </a:solidFill>
          <a:ln w="19050">
            <a:solidFill>
              <a:srgbClr val="35C0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57300" y="2720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Lcdo. Ernest Crison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1600200"/>
            <a:ext cx="1783080" cy="2788920"/>
          </a:xfrm>
          <a:prstGeom prst="roundRect">
            <a:avLst>
              <a:gd name="adj" fmla="val 512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268980" y="2720340"/>
            <a:ext cx="548640" cy="548640"/>
          </a:xfrm>
          <a:prstGeom prst="ellipse">
            <a:avLst/>
          </a:prstGeom>
          <a:solidFill>
            <a:srgbClr val="07160F"/>
          </a:solidFill>
          <a:ln w="19050">
            <a:solidFill>
              <a:srgbClr val="35C0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68980" y="2720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51760" y="4434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Teo · Mano Santa PR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600200"/>
            <a:ext cx="1783080" cy="2788920"/>
          </a:xfrm>
          <a:prstGeom prst="roundRect">
            <a:avLst>
              <a:gd name="adj" fmla="val 512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280660" y="2720340"/>
            <a:ext cx="548640" cy="548640"/>
          </a:xfrm>
          <a:prstGeom prst="ellipse">
            <a:avLst/>
          </a:prstGeom>
          <a:solidFill>
            <a:srgbClr val="07160F"/>
          </a:solidFill>
          <a:ln w="19050">
            <a:solidFill>
              <a:srgbClr val="35C0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80660" y="2720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63440" y="4434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Milton · Caribe Paint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75120" y="1600200"/>
            <a:ext cx="1783080" cy="2788920"/>
          </a:xfrm>
          <a:prstGeom prst="roundRect">
            <a:avLst>
              <a:gd name="adj" fmla="val 512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7292340" y="2720340"/>
            <a:ext cx="548640" cy="548640"/>
          </a:xfrm>
          <a:prstGeom prst="ellipse">
            <a:avLst/>
          </a:prstGeom>
          <a:solidFill>
            <a:srgbClr val="07160F"/>
          </a:solidFill>
          <a:ln w="19050">
            <a:solidFill>
              <a:srgbClr val="35C0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92340" y="2720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▶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AI Borinquen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Borinquen</dc:title>
  <dc:subject>PptxGenJS Presentation</dc:subject>
  <dc:creator>AI Borinquen</dc:creator>
  <cp:lastModifiedBy>AI Borinquen</cp:lastModifiedBy>
  <cp:revision>1</cp:revision>
  <dcterms:created xsi:type="dcterms:W3CDTF">2026-09-21T22:44:03Z</dcterms:created>
  <dcterms:modified xsi:type="dcterms:W3CDTF">2026-09-21T22:44:03Z</dcterms:modified>
</cp:coreProperties>
</file>